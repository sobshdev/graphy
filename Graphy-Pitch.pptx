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3" r:id="rId11"/>
    <p:sldId id="268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96" d="100"/>
          <a:sy n="196" d="100"/>
        </p:scale>
        <p:origin x="184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5586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D78F1-819F-F631-44A3-9E1195B9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3050AC-D694-F9C4-D752-35EB4ECEC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24B4B1-0CA1-4640-62F0-CD0E97EA6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943FCB-F885-EFE2-35A4-B46E0A2719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5511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48F10-4179-FEAD-4E13-8388EA528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4C147D-C61C-450D-AE07-32538BAB27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13DAB7-6E34-5D14-DB3D-C5E35481B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75EF5-64B2-D559-F9E6-D5A5F9E00A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3526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6B650-A727-86A0-25A2-F1A78E4AD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A5F8B5-3B38-F349-6A18-CBA1035AD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9C551-37D6-7A27-ABC4-49402F6FDE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FF42D-B80C-8DDE-6465-D0D452F94C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3773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00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200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200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200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200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200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200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200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3200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00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3200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200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3200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3200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200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6400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6400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6400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6400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6400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6400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6400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6400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6400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6400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6400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6400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6400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6400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6400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6400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6400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9601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9601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9601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9601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9601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Shape 56"/>
          <p:cNvSpPr/>
          <p:nvPr/>
        </p:nvSpPr>
        <p:spPr>
          <a:xfrm>
            <a:off x="9601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Shape 57"/>
          <p:cNvSpPr/>
          <p:nvPr/>
        </p:nvSpPr>
        <p:spPr>
          <a:xfrm>
            <a:off x="9601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9601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Shape 59"/>
          <p:cNvSpPr/>
          <p:nvPr/>
        </p:nvSpPr>
        <p:spPr>
          <a:xfrm>
            <a:off x="9601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Shape 60"/>
          <p:cNvSpPr/>
          <p:nvPr/>
        </p:nvSpPr>
        <p:spPr>
          <a:xfrm>
            <a:off x="9601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Shape 61"/>
          <p:cNvSpPr/>
          <p:nvPr/>
        </p:nvSpPr>
        <p:spPr>
          <a:xfrm>
            <a:off x="9601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Shape 62"/>
          <p:cNvSpPr/>
          <p:nvPr/>
        </p:nvSpPr>
        <p:spPr>
          <a:xfrm>
            <a:off x="9601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Shape 63"/>
          <p:cNvSpPr/>
          <p:nvPr/>
        </p:nvSpPr>
        <p:spPr>
          <a:xfrm>
            <a:off x="9601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Shape 64"/>
          <p:cNvSpPr/>
          <p:nvPr/>
        </p:nvSpPr>
        <p:spPr>
          <a:xfrm>
            <a:off x="9601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7" name="Shape 65"/>
          <p:cNvSpPr/>
          <p:nvPr/>
        </p:nvSpPr>
        <p:spPr>
          <a:xfrm>
            <a:off x="9601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8" name="Shape 66"/>
          <p:cNvSpPr/>
          <p:nvPr/>
        </p:nvSpPr>
        <p:spPr>
          <a:xfrm>
            <a:off x="9601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9" name="Shape 67"/>
          <p:cNvSpPr/>
          <p:nvPr/>
        </p:nvSpPr>
        <p:spPr>
          <a:xfrm>
            <a:off x="9601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Shape 68"/>
          <p:cNvSpPr/>
          <p:nvPr/>
        </p:nvSpPr>
        <p:spPr>
          <a:xfrm>
            <a:off x="12801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1" name="Shape 69"/>
          <p:cNvSpPr/>
          <p:nvPr/>
        </p:nvSpPr>
        <p:spPr>
          <a:xfrm>
            <a:off x="12801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2" name="Shape 70"/>
          <p:cNvSpPr/>
          <p:nvPr/>
        </p:nvSpPr>
        <p:spPr>
          <a:xfrm>
            <a:off x="12801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Shape 71"/>
          <p:cNvSpPr/>
          <p:nvPr/>
        </p:nvSpPr>
        <p:spPr>
          <a:xfrm>
            <a:off x="12801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4" name="Shape 72"/>
          <p:cNvSpPr/>
          <p:nvPr/>
        </p:nvSpPr>
        <p:spPr>
          <a:xfrm>
            <a:off x="12801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Shape 73"/>
          <p:cNvSpPr/>
          <p:nvPr/>
        </p:nvSpPr>
        <p:spPr>
          <a:xfrm>
            <a:off x="12801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6" name="Shape 74"/>
          <p:cNvSpPr/>
          <p:nvPr/>
        </p:nvSpPr>
        <p:spPr>
          <a:xfrm>
            <a:off x="12801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7" name="Shape 75"/>
          <p:cNvSpPr/>
          <p:nvPr/>
        </p:nvSpPr>
        <p:spPr>
          <a:xfrm>
            <a:off x="12801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8" name="Shape 76"/>
          <p:cNvSpPr/>
          <p:nvPr/>
        </p:nvSpPr>
        <p:spPr>
          <a:xfrm>
            <a:off x="12801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9" name="Shape 77"/>
          <p:cNvSpPr/>
          <p:nvPr/>
        </p:nvSpPr>
        <p:spPr>
          <a:xfrm>
            <a:off x="12801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0" name="Shape 78"/>
          <p:cNvSpPr/>
          <p:nvPr/>
        </p:nvSpPr>
        <p:spPr>
          <a:xfrm>
            <a:off x="12801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1" name="Shape 79"/>
          <p:cNvSpPr/>
          <p:nvPr/>
        </p:nvSpPr>
        <p:spPr>
          <a:xfrm>
            <a:off x="12801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2" name="Shape 80"/>
          <p:cNvSpPr/>
          <p:nvPr/>
        </p:nvSpPr>
        <p:spPr>
          <a:xfrm>
            <a:off x="12801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3" name="Shape 81"/>
          <p:cNvSpPr/>
          <p:nvPr/>
        </p:nvSpPr>
        <p:spPr>
          <a:xfrm>
            <a:off x="12801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4" name="Shape 82"/>
          <p:cNvSpPr/>
          <p:nvPr/>
        </p:nvSpPr>
        <p:spPr>
          <a:xfrm>
            <a:off x="12801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5" name="Shape 83"/>
          <p:cNvSpPr/>
          <p:nvPr/>
        </p:nvSpPr>
        <p:spPr>
          <a:xfrm>
            <a:off x="12801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6" name="Shape 84"/>
          <p:cNvSpPr/>
          <p:nvPr/>
        </p:nvSpPr>
        <p:spPr>
          <a:xfrm>
            <a:off x="12801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7" name="Shape 85"/>
          <p:cNvSpPr/>
          <p:nvPr/>
        </p:nvSpPr>
        <p:spPr>
          <a:xfrm>
            <a:off x="16002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8" name="Shape 86"/>
          <p:cNvSpPr/>
          <p:nvPr/>
        </p:nvSpPr>
        <p:spPr>
          <a:xfrm>
            <a:off x="16002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9" name="Shape 87"/>
          <p:cNvSpPr/>
          <p:nvPr/>
        </p:nvSpPr>
        <p:spPr>
          <a:xfrm>
            <a:off x="16002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0" name="Shape 88"/>
          <p:cNvSpPr/>
          <p:nvPr/>
        </p:nvSpPr>
        <p:spPr>
          <a:xfrm>
            <a:off x="16002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1" name="Shape 89"/>
          <p:cNvSpPr/>
          <p:nvPr/>
        </p:nvSpPr>
        <p:spPr>
          <a:xfrm>
            <a:off x="16002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2" name="Shape 90"/>
          <p:cNvSpPr/>
          <p:nvPr/>
        </p:nvSpPr>
        <p:spPr>
          <a:xfrm>
            <a:off x="16002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3" name="Shape 91"/>
          <p:cNvSpPr/>
          <p:nvPr/>
        </p:nvSpPr>
        <p:spPr>
          <a:xfrm>
            <a:off x="16002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4" name="Shape 92"/>
          <p:cNvSpPr/>
          <p:nvPr/>
        </p:nvSpPr>
        <p:spPr>
          <a:xfrm>
            <a:off x="16002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5" name="Shape 93"/>
          <p:cNvSpPr/>
          <p:nvPr/>
        </p:nvSpPr>
        <p:spPr>
          <a:xfrm>
            <a:off x="16002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6" name="Shape 94"/>
          <p:cNvSpPr/>
          <p:nvPr/>
        </p:nvSpPr>
        <p:spPr>
          <a:xfrm>
            <a:off x="16002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7" name="Shape 95"/>
          <p:cNvSpPr/>
          <p:nvPr/>
        </p:nvSpPr>
        <p:spPr>
          <a:xfrm>
            <a:off x="16002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8" name="Shape 96"/>
          <p:cNvSpPr/>
          <p:nvPr/>
        </p:nvSpPr>
        <p:spPr>
          <a:xfrm>
            <a:off x="16002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9" name="Shape 97"/>
          <p:cNvSpPr/>
          <p:nvPr/>
        </p:nvSpPr>
        <p:spPr>
          <a:xfrm>
            <a:off x="16002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0" name="Shape 98"/>
          <p:cNvSpPr/>
          <p:nvPr/>
        </p:nvSpPr>
        <p:spPr>
          <a:xfrm>
            <a:off x="16002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1" name="Shape 99"/>
          <p:cNvSpPr/>
          <p:nvPr/>
        </p:nvSpPr>
        <p:spPr>
          <a:xfrm>
            <a:off x="16002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2" name="Shape 100"/>
          <p:cNvSpPr/>
          <p:nvPr/>
        </p:nvSpPr>
        <p:spPr>
          <a:xfrm>
            <a:off x="16002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3" name="Shape 101"/>
          <p:cNvSpPr/>
          <p:nvPr/>
        </p:nvSpPr>
        <p:spPr>
          <a:xfrm>
            <a:off x="16002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4" name="Shape 102"/>
          <p:cNvSpPr/>
          <p:nvPr/>
        </p:nvSpPr>
        <p:spPr>
          <a:xfrm>
            <a:off x="19202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5" name="Shape 103"/>
          <p:cNvSpPr/>
          <p:nvPr/>
        </p:nvSpPr>
        <p:spPr>
          <a:xfrm>
            <a:off x="19202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6" name="Shape 104"/>
          <p:cNvSpPr/>
          <p:nvPr/>
        </p:nvSpPr>
        <p:spPr>
          <a:xfrm>
            <a:off x="19202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7" name="Shape 105"/>
          <p:cNvSpPr/>
          <p:nvPr/>
        </p:nvSpPr>
        <p:spPr>
          <a:xfrm>
            <a:off x="19202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8" name="Shape 106"/>
          <p:cNvSpPr/>
          <p:nvPr/>
        </p:nvSpPr>
        <p:spPr>
          <a:xfrm>
            <a:off x="19202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9" name="Shape 107"/>
          <p:cNvSpPr/>
          <p:nvPr/>
        </p:nvSpPr>
        <p:spPr>
          <a:xfrm>
            <a:off x="19202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0" name="Shape 108"/>
          <p:cNvSpPr/>
          <p:nvPr/>
        </p:nvSpPr>
        <p:spPr>
          <a:xfrm>
            <a:off x="19202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1" name="Shape 109"/>
          <p:cNvSpPr/>
          <p:nvPr/>
        </p:nvSpPr>
        <p:spPr>
          <a:xfrm>
            <a:off x="19202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2" name="Shape 110"/>
          <p:cNvSpPr/>
          <p:nvPr/>
        </p:nvSpPr>
        <p:spPr>
          <a:xfrm>
            <a:off x="19202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3" name="Shape 111"/>
          <p:cNvSpPr/>
          <p:nvPr/>
        </p:nvSpPr>
        <p:spPr>
          <a:xfrm>
            <a:off x="19202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4" name="Shape 112"/>
          <p:cNvSpPr/>
          <p:nvPr/>
        </p:nvSpPr>
        <p:spPr>
          <a:xfrm>
            <a:off x="19202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5" name="Shape 113"/>
          <p:cNvSpPr/>
          <p:nvPr/>
        </p:nvSpPr>
        <p:spPr>
          <a:xfrm>
            <a:off x="19202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6" name="Shape 114"/>
          <p:cNvSpPr/>
          <p:nvPr/>
        </p:nvSpPr>
        <p:spPr>
          <a:xfrm>
            <a:off x="19202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7" name="Shape 115"/>
          <p:cNvSpPr/>
          <p:nvPr/>
        </p:nvSpPr>
        <p:spPr>
          <a:xfrm>
            <a:off x="19202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8" name="Shape 116"/>
          <p:cNvSpPr/>
          <p:nvPr/>
        </p:nvSpPr>
        <p:spPr>
          <a:xfrm>
            <a:off x="19202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9" name="Shape 117"/>
          <p:cNvSpPr/>
          <p:nvPr/>
        </p:nvSpPr>
        <p:spPr>
          <a:xfrm>
            <a:off x="19202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0" name="Shape 118"/>
          <p:cNvSpPr/>
          <p:nvPr/>
        </p:nvSpPr>
        <p:spPr>
          <a:xfrm>
            <a:off x="19202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1" name="Shape 119"/>
          <p:cNvSpPr/>
          <p:nvPr/>
        </p:nvSpPr>
        <p:spPr>
          <a:xfrm>
            <a:off x="22402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2" name="Shape 120"/>
          <p:cNvSpPr/>
          <p:nvPr/>
        </p:nvSpPr>
        <p:spPr>
          <a:xfrm>
            <a:off x="22402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3" name="Shape 121"/>
          <p:cNvSpPr/>
          <p:nvPr/>
        </p:nvSpPr>
        <p:spPr>
          <a:xfrm>
            <a:off x="22402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4" name="Shape 122"/>
          <p:cNvSpPr/>
          <p:nvPr/>
        </p:nvSpPr>
        <p:spPr>
          <a:xfrm>
            <a:off x="22402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5" name="Shape 123"/>
          <p:cNvSpPr/>
          <p:nvPr/>
        </p:nvSpPr>
        <p:spPr>
          <a:xfrm>
            <a:off x="22402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6" name="Shape 124"/>
          <p:cNvSpPr/>
          <p:nvPr/>
        </p:nvSpPr>
        <p:spPr>
          <a:xfrm>
            <a:off x="22402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7" name="Shape 125"/>
          <p:cNvSpPr/>
          <p:nvPr/>
        </p:nvSpPr>
        <p:spPr>
          <a:xfrm>
            <a:off x="22402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8" name="Shape 126"/>
          <p:cNvSpPr/>
          <p:nvPr/>
        </p:nvSpPr>
        <p:spPr>
          <a:xfrm>
            <a:off x="22402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9" name="Shape 127"/>
          <p:cNvSpPr/>
          <p:nvPr/>
        </p:nvSpPr>
        <p:spPr>
          <a:xfrm>
            <a:off x="22402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0" name="Shape 128"/>
          <p:cNvSpPr/>
          <p:nvPr/>
        </p:nvSpPr>
        <p:spPr>
          <a:xfrm>
            <a:off x="22402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1" name="Shape 129"/>
          <p:cNvSpPr/>
          <p:nvPr/>
        </p:nvSpPr>
        <p:spPr>
          <a:xfrm>
            <a:off x="22402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2" name="Shape 130"/>
          <p:cNvSpPr/>
          <p:nvPr/>
        </p:nvSpPr>
        <p:spPr>
          <a:xfrm>
            <a:off x="22402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3" name="Shape 131"/>
          <p:cNvSpPr/>
          <p:nvPr/>
        </p:nvSpPr>
        <p:spPr>
          <a:xfrm>
            <a:off x="22402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4" name="Shape 132"/>
          <p:cNvSpPr/>
          <p:nvPr/>
        </p:nvSpPr>
        <p:spPr>
          <a:xfrm>
            <a:off x="22402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5" name="Shape 133"/>
          <p:cNvSpPr/>
          <p:nvPr/>
        </p:nvSpPr>
        <p:spPr>
          <a:xfrm>
            <a:off x="22402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6" name="Shape 134"/>
          <p:cNvSpPr/>
          <p:nvPr/>
        </p:nvSpPr>
        <p:spPr>
          <a:xfrm>
            <a:off x="22402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7" name="Shape 135"/>
          <p:cNvSpPr/>
          <p:nvPr/>
        </p:nvSpPr>
        <p:spPr>
          <a:xfrm>
            <a:off x="22402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8" name="Shape 136"/>
          <p:cNvSpPr/>
          <p:nvPr/>
        </p:nvSpPr>
        <p:spPr>
          <a:xfrm>
            <a:off x="25603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9" name="Shape 137"/>
          <p:cNvSpPr/>
          <p:nvPr/>
        </p:nvSpPr>
        <p:spPr>
          <a:xfrm>
            <a:off x="25603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0" name="Shape 138"/>
          <p:cNvSpPr/>
          <p:nvPr/>
        </p:nvSpPr>
        <p:spPr>
          <a:xfrm>
            <a:off x="25603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1" name="Shape 139"/>
          <p:cNvSpPr/>
          <p:nvPr/>
        </p:nvSpPr>
        <p:spPr>
          <a:xfrm>
            <a:off x="25603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2" name="Shape 140"/>
          <p:cNvSpPr/>
          <p:nvPr/>
        </p:nvSpPr>
        <p:spPr>
          <a:xfrm>
            <a:off x="25603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3" name="Shape 141"/>
          <p:cNvSpPr/>
          <p:nvPr/>
        </p:nvSpPr>
        <p:spPr>
          <a:xfrm>
            <a:off x="25603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4" name="Shape 142"/>
          <p:cNvSpPr/>
          <p:nvPr/>
        </p:nvSpPr>
        <p:spPr>
          <a:xfrm>
            <a:off x="25603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5" name="Shape 143"/>
          <p:cNvSpPr/>
          <p:nvPr/>
        </p:nvSpPr>
        <p:spPr>
          <a:xfrm>
            <a:off x="25603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6" name="Shape 144"/>
          <p:cNvSpPr/>
          <p:nvPr/>
        </p:nvSpPr>
        <p:spPr>
          <a:xfrm>
            <a:off x="25603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7" name="Shape 145"/>
          <p:cNvSpPr/>
          <p:nvPr/>
        </p:nvSpPr>
        <p:spPr>
          <a:xfrm>
            <a:off x="25603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8" name="Shape 146"/>
          <p:cNvSpPr/>
          <p:nvPr/>
        </p:nvSpPr>
        <p:spPr>
          <a:xfrm>
            <a:off x="25603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9" name="Shape 147"/>
          <p:cNvSpPr/>
          <p:nvPr/>
        </p:nvSpPr>
        <p:spPr>
          <a:xfrm>
            <a:off x="25603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0" name="Shape 148"/>
          <p:cNvSpPr/>
          <p:nvPr/>
        </p:nvSpPr>
        <p:spPr>
          <a:xfrm>
            <a:off x="25603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1" name="Shape 149"/>
          <p:cNvSpPr/>
          <p:nvPr/>
        </p:nvSpPr>
        <p:spPr>
          <a:xfrm>
            <a:off x="25603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2" name="Shape 150"/>
          <p:cNvSpPr/>
          <p:nvPr/>
        </p:nvSpPr>
        <p:spPr>
          <a:xfrm>
            <a:off x="25603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3" name="Shape 151"/>
          <p:cNvSpPr/>
          <p:nvPr/>
        </p:nvSpPr>
        <p:spPr>
          <a:xfrm>
            <a:off x="25603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4" name="Shape 152"/>
          <p:cNvSpPr/>
          <p:nvPr/>
        </p:nvSpPr>
        <p:spPr>
          <a:xfrm>
            <a:off x="25603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5" name="Shape 153"/>
          <p:cNvSpPr/>
          <p:nvPr/>
        </p:nvSpPr>
        <p:spPr>
          <a:xfrm>
            <a:off x="28803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6" name="Shape 154"/>
          <p:cNvSpPr/>
          <p:nvPr/>
        </p:nvSpPr>
        <p:spPr>
          <a:xfrm>
            <a:off x="28803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7" name="Shape 155"/>
          <p:cNvSpPr/>
          <p:nvPr/>
        </p:nvSpPr>
        <p:spPr>
          <a:xfrm>
            <a:off x="28803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8" name="Shape 156"/>
          <p:cNvSpPr/>
          <p:nvPr/>
        </p:nvSpPr>
        <p:spPr>
          <a:xfrm>
            <a:off x="28803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9" name="Shape 157"/>
          <p:cNvSpPr/>
          <p:nvPr/>
        </p:nvSpPr>
        <p:spPr>
          <a:xfrm>
            <a:off x="28803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0" name="Shape 158"/>
          <p:cNvSpPr/>
          <p:nvPr/>
        </p:nvSpPr>
        <p:spPr>
          <a:xfrm>
            <a:off x="28803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1" name="Shape 159"/>
          <p:cNvSpPr/>
          <p:nvPr/>
        </p:nvSpPr>
        <p:spPr>
          <a:xfrm>
            <a:off x="28803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2" name="Shape 160"/>
          <p:cNvSpPr/>
          <p:nvPr/>
        </p:nvSpPr>
        <p:spPr>
          <a:xfrm>
            <a:off x="28803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3" name="Shape 161"/>
          <p:cNvSpPr/>
          <p:nvPr/>
        </p:nvSpPr>
        <p:spPr>
          <a:xfrm>
            <a:off x="28803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4" name="Shape 162"/>
          <p:cNvSpPr/>
          <p:nvPr/>
        </p:nvSpPr>
        <p:spPr>
          <a:xfrm>
            <a:off x="28803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5" name="Shape 163"/>
          <p:cNvSpPr/>
          <p:nvPr/>
        </p:nvSpPr>
        <p:spPr>
          <a:xfrm>
            <a:off x="28803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6" name="Shape 164"/>
          <p:cNvSpPr/>
          <p:nvPr/>
        </p:nvSpPr>
        <p:spPr>
          <a:xfrm>
            <a:off x="28803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7" name="Shape 165"/>
          <p:cNvSpPr/>
          <p:nvPr/>
        </p:nvSpPr>
        <p:spPr>
          <a:xfrm>
            <a:off x="28803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8" name="Shape 166"/>
          <p:cNvSpPr/>
          <p:nvPr/>
        </p:nvSpPr>
        <p:spPr>
          <a:xfrm>
            <a:off x="28803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9" name="Shape 167"/>
          <p:cNvSpPr/>
          <p:nvPr/>
        </p:nvSpPr>
        <p:spPr>
          <a:xfrm>
            <a:off x="28803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0" name="Shape 168"/>
          <p:cNvSpPr/>
          <p:nvPr/>
        </p:nvSpPr>
        <p:spPr>
          <a:xfrm>
            <a:off x="28803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1" name="Shape 169"/>
          <p:cNvSpPr/>
          <p:nvPr/>
        </p:nvSpPr>
        <p:spPr>
          <a:xfrm>
            <a:off x="28803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2" name="Shape 170"/>
          <p:cNvSpPr/>
          <p:nvPr/>
        </p:nvSpPr>
        <p:spPr>
          <a:xfrm>
            <a:off x="32004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3" name="Shape 171"/>
          <p:cNvSpPr/>
          <p:nvPr/>
        </p:nvSpPr>
        <p:spPr>
          <a:xfrm>
            <a:off x="32004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4" name="Shape 172"/>
          <p:cNvSpPr/>
          <p:nvPr/>
        </p:nvSpPr>
        <p:spPr>
          <a:xfrm>
            <a:off x="32004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5" name="Shape 173"/>
          <p:cNvSpPr/>
          <p:nvPr/>
        </p:nvSpPr>
        <p:spPr>
          <a:xfrm>
            <a:off x="32004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6" name="Shape 174"/>
          <p:cNvSpPr/>
          <p:nvPr/>
        </p:nvSpPr>
        <p:spPr>
          <a:xfrm>
            <a:off x="32004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7" name="Shape 175"/>
          <p:cNvSpPr/>
          <p:nvPr/>
        </p:nvSpPr>
        <p:spPr>
          <a:xfrm>
            <a:off x="32004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8" name="Shape 176"/>
          <p:cNvSpPr/>
          <p:nvPr/>
        </p:nvSpPr>
        <p:spPr>
          <a:xfrm>
            <a:off x="32004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9" name="Shape 177"/>
          <p:cNvSpPr/>
          <p:nvPr/>
        </p:nvSpPr>
        <p:spPr>
          <a:xfrm>
            <a:off x="32004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0" name="Shape 178"/>
          <p:cNvSpPr/>
          <p:nvPr/>
        </p:nvSpPr>
        <p:spPr>
          <a:xfrm>
            <a:off x="32004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1" name="Shape 179"/>
          <p:cNvSpPr/>
          <p:nvPr/>
        </p:nvSpPr>
        <p:spPr>
          <a:xfrm>
            <a:off x="32004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2" name="Shape 180"/>
          <p:cNvSpPr/>
          <p:nvPr/>
        </p:nvSpPr>
        <p:spPr>
          <a:xfrm>
            <a:off x="32004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3" name="Shape 181"/>
          <p:cNvSpPr/>
          <p:nvPr/>
        </p:nvSpPr>
        <p:spPr>
          <a:xfrm>
            <a:off x="32004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4" name="Shape 182"/>
          <p:cNvSpPr/>
          <p:nvPr/>
        </p:nvSpPr>
        <p:spPr>
          <a:xfrm>
            <a:off x="32004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5" name="Shape 183"/>
          <p:cNvSpPr/>
          <p:nvPr/>
        </p:nvSpPr>
        <p:spPr>
          <a:xfrm>
            <a:off x="32004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6" name="Shape 184"/>
          <p:cNvSpPr/>
          <p:nvPr/>
        </p:nvSpPr>
        <p:spPr>
          <a:xfrm>
            <a:off x="32004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7" name="Shape 185"/>
          <p:cNvSpPr/>
          <p:nvPr/>
        </p:nvSpPr>
        <p:spPr>
          <a:xfrm>
            <a:off x="32004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8" name="Shape 186"/>
          <p:cNvSpPr/>
          <p:nvPr/>
        </p:nvSpPr>
        <p:spPr>
          <a:xfrm>
            <a:off x="32004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9" name="Shape 187"/>
          <p:cNvSpPr/>
          <p:nvPr/>
        </p:nvSpPr>
        <p:spPr>
          <a:xfrm>
            <a:off x="35204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0" name="Shape 188"/>
          <p:cNvSpPr/>
          <p:nvPr/>
        </p:nvSpPr>
        <p:spPr>
          <a:xfrm>
            <a:off x="35204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1" name="Shape 189"/>
          <p:cNvSpPr/>
          <p:nvPr/>
        </p:nvSpPr>
        <p:spPr>
          <a:xfrm>
            <a:off x="35204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2" name="Shape 190"/>
          <p:cNvSpPr/>
          <p:nvPr/>
        </p:nvSpPr>
        <p:spPr>
          <a:xfrm>
            <a:off x="35204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3" name="Shape 191"/>
          <p:cNvSpPr/>
          <p:nvPr/>
        </p:nvSpPr>
        <p:spPr>
          <a:xfrm>
            <a:off x="35204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4" name="Shape 192"/>
          <p:cNvSpPr/>
          <p:nvPr/>
        </p:nvSpPr>
        <p:spPr>
          <a:xfrm>
            <a:off x="35204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5" name="Shape 193"/>
          <p:cNvSpPr/>
          <p:nvPr/>
        </p:nvSpPr>
        <p:spPr>
          <a:xfrm>
            <a:off x="35204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6" name="Shape 194"/>
          <p:cNvSpPr/>
          <p:nvPr/>
        </p:nvSpPr>
        <p:spPr>
          <a:xfrm>
            <a:off x="35204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7" name="Shape 195"/>
          <p:cNvSpPr/>
          <p:nvPr/>
        </p:nvSpPr>
        <p:spPr>
          <a:xfrm>
            <a:off x="35204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8" name="Shape 196"/>
          <p:cNvSpPr/>
          <p:nvPr/>
        </p:nvSpPr>
        <p:spPr>
          <a:xfrm>
            <a:off x="35204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9" name="Shape 197"/>
          <p:cNvSpPr/>
          <p:nvPr/>
        </p:nvSpPr>
        <p:spPr>
          <a:xfrm>
            <a:off x="35204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0" name="Shape 198"/>
          <p:cNvSpPr/>
          <p:nvPr/>
        </p:nvSpPr>
        <p:spPr>
          <a:xfrm>
            <a:off x="35204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1" name="Shape 199"/>
          <p:cNvSpPr/>
          <p:nvPr/>
        </p:nvSpPr>
        <p:spPr>
          <a:xfrm>
            <a:off x="35204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2" name="Shape 200"/>
          <p:cNvSpPr/>
          <p:nvPr/>
        </p:nvSpPr>
        <p:spPr>
          <a:xfrm>
            <a:off x="35204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3" name="Shape 201"/>
          <p:cNvSpPr/>
          <p:nvPr/>
        </p:nvSpPr>
        <p:spPr>
          <a:xfrm>
            <a:off x="35204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4" name="Shape 202"/>
          <p:cNvSpPr/>
          <p:nvPr/>
        </p:nvSpPr>
        <p:spPr>
          <a:xfrm>
            <a:off x="35204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5" name="Shape 203"/>
          <p:cNvSpPr/>
          <p:nvPr/>
        </p:nvSpPr>
        <p:spPr>
          <a:xfrm>
            <a:off x="35204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6" name="Shape 204"/>
          <p:cNvSpPr/>
          <p:nvPr/>
        </p:nvSpPr>
        <p:spPr>
          <a:xfrm>
            <a:off x="38404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7" name="Shape 205"/>
          <p:cNvSpPr/>
          <p:nvPr/>
        </p:nvSpPr>
        <p:spPr>
          <a:xfrm>
            <a:off x="38404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8" name="Shape 206"/>
          <p:cNvSpPr/>
          <p:nvPr/>
        </p:nvSpPr>
        <p:spPr>
          <a:xfrm>
            <a:off x="38404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9" name="Shape 207"/>
          <p:cNvSpPr/>
          <p:nvPr/>
        </p:nvSpPr>
        <p:spPr>
          <a:xfrm>
            <a:off x="38404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0" name="Shape 208"/>
          <p:cNvSpPr/>
          <p:nvPr/>
        </p:nvSpPr>
        <p:spPr>
          <a:xfrm>
            <a:off x="38404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1" name="Shape 209"/>
          <p:cNvSpPr/>
          <p:nvPr/>
        </p:nvSpPr>
        <p:spPr>
          <a:xfrm>
            <a:off x="38404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2" name="Shape 210"/>
          <p:cNvSpPr/>
          <p:nvPr/>
        </p:nvSpPr>
        <p:spPr>
          <a:xfrm>
            <a:off x="38404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3" name="Shape 211"/>
          <p:cNvSpPr/>
          <p:nvPr/>
        </p:nvSpPr>
        <p:spPr>
          <a:xfrm>
            <a:off x="38404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4" name="Shape 212"/>
          <p:cNvSpPr/>
          <p:nvPr/>
        </p:nvSpPr>
        <p:spPr>
          <a:xfrm>
            <a:off x="38404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5" name="Shape 213"/>
          <p:cNvSpPr/>
          <p:nvPr/>
        </p:nvSpPr>
        <p:spPr>
          <a:xfrm>
            <a:off x="38404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6" name="Shape 214"/>
          <p:cNvSpPr/>
          <p:nvPr/>
        </p:nvSpPr>
        <p:spPr>
          <a:xfrm>
            <a:off x="38404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7" name="Shape 215"/>
          <p:cNvSpPr/>
          <p:nvPr/>
        </p:nvSpPr>
        <p:spPr>
          <a:xfrm>
            <a:off x="38404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8" name="Shape 216"/>
          <p:cNvSpPr/>
          <p:nvPr/>
        </p:nvSpPr>
        <p:spPr>
          <a:xfrm>
            <a:off x="38404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9" name="Shape 217"/>
          <p:cNvSpPr/>
          <p:nvPr/>
        </p:nvSpPr>
        <p:spPr>
          <a:xfrm>
            <a:off x="38404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0" name="Shape 218"/>
          <p:cNvSpPr/>
          <p:nvPr/>
        </p:nvSpPr>
        <p:spPr>
          <a:xfrm>
            <a:off x="38404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1" name="Shape 219"/>
          <p:cNvSpPr/>
          <p:nvPr/>
        </p:nvSpPr>
        <p:spPr>
          <a:xfrm>
            <a:off x="38404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2" name="Shape 220"/>
          <p:cNvSpPr/>
          <p:nvPr/>
        </p:nvSpPr>
        <p:spPr>
          <a:xfrm>
            <a:off x="38404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3" name="Shape 221"/>
          <p:cNvSpPr/>
          <p:nvPr/>
        </p:nvSpPr>
        <p:spPr>
          <a:xfrm>
            <a:off x="41605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4" name="Shape 222"/>
          <p:cNvSpPr/>
          <p:nvPr/>
        </p:nvSpPr>
        <p:spPr>
          <a:xfrm>
            <a:off x="41605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5" name="Shape 223"/>
          <p:cNvSpPr/>
          <p:nvPr/>
        </p:nvSpPr>
        <p:spPr>
          <a:xfrm>
            <a:off x="41605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6" name="Shape 224"/>
          <p:cNvSpPr/>
          <p:nvPr/>
        </p:nvSpPr>
        <p:spPr>
          <a:xfrm>
            <a:off x="41605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7" name="Shape 225"/>
          <p:cNvSpPr/>
          <p:nvPr/>
        </p:nvSpPr>
        <p:spPr>
          <a:xfrm>
            <a:off x="41605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8" name="Shape 226"/>
          <p:cNvSpPr/>
          <p:nvPr/>
        </p:nvSpPr>
        <p:spPr>
          <a:xfrm>
            <a:off x="41605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9" name="Shape 227"/>
          <p:cNvSpPr/>
          <p:nvPr/>
        </p:nvSpPr>
        <p:spPr>
          <a:xfrm>
            <a:off x="41605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0" name="Shape 228"/>
          <p:cNvSpPr/>
          <p:nvPr/>
        </p:nvSpPr>
        <p:spPr>
          <a:xfrm>
            <a:off x="41605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1" name="Shape 229"/>
          <p:cNvSpPr/>
          <p:nvPr/>
        </p:nvSpPr>
        <p:spPr>
          <a:xfrm>
            <a:off x="41605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2" name="Shape 230"/>
          <p:cNvSpPr/>
          <p:nvPr/>
        </p:nvSpPr>
        <p:spPr>
          <a:xfrm>
            <a:off x="41605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3" name="Shape 231"/>
          <p:cNvSpPr/>
          <p:nvPr/>
        </p:nvSpPr>
        <p:spPr>
          <a:xfrm>
            <a:off x="41605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4" name="Shape 232"/>
          <p:cNvSpPr/>
          <p:nvPr/>
        </p:nvSpPr>
        <p:spPr>
          <a:xfrm>
            <a:off x="41605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5" name="Shape 233"/>
          <p:cNvSpPr/>
          <p:nvPr/>
        </p:nvSpPr>
        <p:spPr>
          <a:xfrm>
            <a:off x="41605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6" name="Shape 234"/>
          <p:cNvSpPr/>
          <p:nvPr/>
        </p:nvSpPr>
        <p:spPr>
          <a:xfrm>
            <a:off x="41605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7" name="Shape 235"/>
          <p:cNvSpPr/>
          <p:nvPr/>
        </p:nvSpPr>
        <p:spPr>
          <a:xfrm>
            <a:off x="41605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8" name="Shape 236"/>
          <p:cNvSpPr/>
          <p:nvPr/>
        </p:nvSpPr>
        <p:spPr>
          <a:xfrm>
            <a:off x="41605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9" name="Shape 237"/>
          <p:cNvSpPr/>
          <p:nvPr/>
        </p:nvSpPr>
        <p:spPr>
          <a:xfrm>
            <a:off x="41605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0" name="Shape 238"/>
          <p:cNvSpPr/>
          <p:nvPr/>
        </p:nvSpPr>
        <p:spPr>
          <a:xfrm>
            <a:off x="44805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1" name="Shape 239"/>
          <p:cNvSpPr/>
          <p:nvPr/>
        </p:nvSpPr>
        <p:spPr>
          <a:xfrm>
            <a:off x="44805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2" name="Shape 240"/>
          <p:cNvSpPr/>
          <p:nvPr/>
        </p:nvSpPr>
        <p:spPr>
          <a:xfrm>
            <a:off x="44805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3" name="Shape 241"/>
          <p:cNvSpPr/>
          <p:nvPr/>
        </p:nvSpPr>
        <p:spPr>
          <a:xfrm>
            <a:off x="44805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4" name="Shape 242"/>
          <p:cNvSpPr/>
          <p:nvPr/>
        </p:nvSpPr>
        <p:spPr>
          <a:xfrm>
            <a:off x="44805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5" name="Shape 243"/>
          <p:cNvSpPr/>
          <p:nvPr/>
        </p:nvSpPr>
        <p:spPr>
          <a:xfrm>
            <a:off x="44805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6" name="Shape 244"/>
          <p:cNvSpPr/>
          <p:nvPr/>
        </p:nvSpPr>
        <p:spPr>
          <a:xfrm>
            <a:off x="44805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7" name="Shape 245"/>
          <p:cNvSpPr/>
          <p:nvPr/>
        </p:nvSpPr>
        <p:spPr>
          <a:xfrm>
            <a:off x="44805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8" name="Shape 246"/>
          <p:cNvSpPr/>
          <p:nvPr/>
        </p:nvSpPr>
        <p:spPr>
          <a:xfrm>
            <a:off x="44805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9" name="Shape 247"/>
          <p:cNvSpPr/>
          <p:nvPr/>
        </p:nvSpPr>
        <p:spPr>
          <a:xfrm>
            <a:off x="44805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0" name="Shape 248"/>
          <p:cNvSpPr/>
          <p:nvPr/>
        </p:nvSpPr>
        <p:spPr>
          <a:xfrm>
            <a:off x="44805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1" name="Shape 249"/>
          <p:cNvSpPr/>
          <p:nvPr/>
        </p:nvSpPr>
        <p:spPr>
          <a:xfrm>
            <a:off x="44805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2" name="Shape 250"/>
          <p:cNvSpPr/>
          <p:nvPr/>
        </p:nvSpPr>
        <p:spPr>
          <a:xfrm>
            <a:off x="44805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3" name="Shape 251"/>
          <p:cNvSpPr/>
          <p:nvPr/>
        </p:nvSpPr>
        <p:spPr>
          <a:xfrm>
            <a:off x="44805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4" name="Shape 252"/>
          <p:cNvSpPr/>
          <p:nvPr/>
        </p:nvSpPr>
        <p:spPr>
          <a:xfrm>
            <a:off x="44805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5" name="Shape 253"/>
          <p:cNvSpPr/>
          <p:nvPr/>
        </p:nvSpPr>
        <p:spPr>
          <a:xfrm>
            <a:off x="44805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6" name="Shape 254"/>
          <p:cNvSpPr/>
          <p:nvPr/>
        </p:nvSpPr>
        <p:spPr>
          <a:xfrm>
            <a:off x="44805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7" name="Shape 255"/>
          <p:cNvSpPr/>
          <p:nvPr/>
        </p:nvSpPr>
        <p:spPr>
          <a:xfrm>
            <a:off x="48006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8" name="Shape 256"/>
          <p:cNvSpPr/>
          <p:nvPr/>
        </p:nvSpPr>
        <p:spPr>
          <a:xfrm>
            <a:off x="48006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9" name="Shape 257"/>
          <p:cNvSpPr/>
          <p:nvPr/>
        </p:nvSpPr>
        <p:spPr>
          <a:xfrm>
            <a:off x="48006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0" name="Shape 258"/>
          <p:cNvSpPr/>
          <p:nvPr/>
        </p:nvSpPr>
        <p:spPr>
          <a:xfrm>
            <a:off x="48006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1" name="Shape 259"/>
          <p:cNvSpPr/>
          <p:nvPr/>
        </p:nvSpPr>
        <p:spPr>
          <a:xfrm>
            <a:off x="48006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2" name="Shape 260"/>
          <p:cNvSpPr/>
          <p:nvPr/>
        </p:nvSpPr>
        <p:spPr>
          <a:xfrm>
            <a:off x="48006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3" name="Shape 261"/>
          <p:cNvSpPr/>
          <p:nvPr/>
        </p:nvSpPr>
        <p:spPr>
          <a:xfrm>
            <a:off x="48006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4" name="Shape 262"/>
          <p:cNvSpPr/>
          <p:nvPr/>
        </p:nvSpPr>
        <p:spPr>
          <a:xfrm>
            <a:off x="48006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5" name="Shape 263"/>
          <p:cNvSpPr/>
          <p:nvPr/>
        </p:nvSpPr>
        <p:spPr>
          <a:xfrm>
            <a:off x="48006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6" name="Shape 264"/>
          <p:cNvSpPr/>
          <p:nvPr/>
        </p:nvSpPr>
        <p:spPr>
          <a:xfrm>
            <a:off x="48006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7" name="Shape 265"/>
          <p:cNvSpPr/>
          <p:nvPr/>
        </p:nvSpPr>
        <p:spPr>
          <a:xfrm>
            <a:off x="48006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8" name="Shape 266"/>
          <p:cNvSpPr/>
          <p:nvPr/>
        </p:nvSpPr>
        <p:spPr>
          <a:xfrm>
            <a:off x="48006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9" name="Shape 267"/>
          <p:cNvSpPr/>
          <p:nvPr/>
        </p:nvSpPr>
        <p:spPr>
          <a:xfrm>
            <a:off x="48006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0" name="Shape 268"/>
          <p:cNvSpPr/>
          <p:nvPr/>
        </p:nvSpPr>
        <p:spPr>
          <a:xfrm>
            <a:off x="48006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1" name="Shape 269"/>
          <p:cNvSpPr/>
          <p:nvPr/>
        </p:nvSpPr>
        <p:spPr>
          <a:xfrm>
            <a:off x="48006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2" name="Shape 270"/>
          <p:cNvSpPr/>
          <p:nvPr/>
        </p:nvSpPr>
        <p:spPr>
          <a:xfrm>
            <a:off x="48006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3" name="Shape 271"/>
          <p:cNvSpPr/>
          <p:nvPr/>
        </p:nvSpPr>
        <p:spPr>
          <a:xfrm>
            <a:off x="48006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4" name="Shape 272"/>
          <p:cNvSpPr/>
          <p:nvPr/>
        </p:nvSpPr>
        <p:spPr>
          <a:xfrm>
            <a:off x="51206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5" name="Shape 273"/>
          <p:cNvSpPr/>
          <p:nvPr/>
        </p:nvSpPr>
        <p:spPr>
          <a:xfrm>
            <a:off x="51206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6" name="Shape 274"/>
          <p:cNvSpPr/>
          <p:nvPr/>
        </p:nvSpPr>
        <p:spPr>
          <a:xfrm>
            <a:off x="51206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7" name="Shape 275"/>
          <p:cNvSpPr/>
          <p:nvPr/>
        </p:nvSpPr>
        <p:spPr>
          <a:xfrm>
            <a:off x="51206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8" name="Shape 276"/>
          <p:cNvSpPr/>
          <p:nvPr/>
        </p:nvSpPr>
        <p:spPr>
          <a:xfrm>
            <a:off x="51206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9" name="Shape 277"/>
          <p:cNvSpPr/>
          <p:nvPr/>
        </p:nvSpPr>
        <p:spPr>
          <a:xfrm>
            <a:off x="51206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0" name="Shape 278"/>
          <p:cNvSpPr/>
          <p:nvPr/>
        </p:nvSpPr>
        <p:spPr>
          <a:xfrm>
            <a:off x="51206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1" name="Shape 279"/>
          <p:cNvSpPr/>
          <p:nvPr/>
        </p:nvSpPr>
        <p:spPr>
          <a:xfrm>
            <a:off x="51206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2" name="Shape 280"/>
          <p:cNvSpPr/>
          <p:nvPr/>
        </p:nvSpPr>
        <p:spPr>
          <a:xfrm>
            <a:off x="51206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3" name="Shape 281"/>
          <p:cNvSpPr/>
          <p:nvPr/>
        </p:nvSpPr>
        <p:spPr>
          <a:xfrm>
            <a:off x="51206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4" name="Shape 282"/>
          <p:cNvSpPr/>
          <p:nvPr/>
        </p:nvSpPr>
        <p:spPr>
          <a:xfrm>
            <a:off x="51206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5" name="Shape 283"/>
          <p:cNvSpPr/>
          <p:nvPr/>
        </p:nvSpPr>
        <p:spPr>
          <a:xfrm>
            <a:off x="51206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6" name="Shape 284"/>
          <p:cNvSpPr/>
          <p:nvPr/>
        </p:nvSpPr>
        <p:spPr>
          <a:xfrm>
            <a:off x="51206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7" name="Shape 285"/>
          <p:cNvSpPr/>
          <p:nvPr/>
        </p:nvSpPr>
        <p:spPr>
          <a:xfrm>
            <a:off x="51206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8" name="Shape 286"/>
          <p:cNvSpPr/>
          <p:nvPr/>
        </p:nvSpPr>
        <p:spPr>
          <a:xfrm>
            <a:off x="51206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9" name="Shape 287"/>
          <p:cNvSpPr/>
          <p:nvPr/>
        </p:nvSpPr>
        <p:spPr>
          <a:xfrm>
            <a:off x="51206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0" name="Shape 288"/>
          <p:cNvSpPr/>
          <p:nvPr/>
        </p:nvSpPr>
        <p:spPr>
          <a:xfrm>
            <a:off x="51206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1" name="Shape 289"/>
          <p:cNvSpPr/>
          <p:nvPr/>
        </p:nvSpPr>
        <p:spPr>
          <a:xfrm>
            <a:off x="54406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2" name="Shape 290"/>
          <p:cNvSpPr/>
          <p:nvPr/>
        </p:nvSpPr>
        <p:spPr>
          <a:xfrm>
            <a:off x="54406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3" name="Shape 291"/>
          <p:cNvSpPr/>
          <p:nvPr/>
        </p:nvSpPr>
        <p:spPr>
          <a:xfrm>
            <a:off x="54406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4" name="Shape 292"/>
          <p:cNvSpPr/>
          <p:nvPr/>
        </p:nvSpPr>
        <p:spPr>
          <a:xfrm>
            <a:off x="54406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5" name="Shape 293"/>
          <p:cNvSpPr/>
          <p:nvPr/>
        </p:nvSpPr>
        <p:spPr>
          <a:xfrm>
            <a:off x="54406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6" name="Shape 294"/>
          <p:cNvSpPr/>
          <p:nvPr/>
        </p:nvSpPr>
        <p:spPr>
          <a:xfrm>
            <a:off x="54406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7" name="Shape 295"/>
          <p:cNvSpPr/>
          <p:nvPr/>
        </p:nvSpPr>
        <p:spPr>
          <a:xfrm>
            <a:off x="54406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8" name="Shape 296"/>
          <p:cNvSpPr/>
          <p:nvPr/>
        </p:nvSpPr>
        <p:spPr>
          <a:xfrm>
            <a:off x="54406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9" name="Shape 297"/>
          <p:cNvSpPr/>
          <p:nvPr/>
        </p:nvSpPr>
        <p:spPr>
          <a:xfrm>
            <a:off x="54406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0" name="Shape 298"/>
          <p:cNvSpPr/>
          <p:nvPr/>
        </p:nvSpPr>
        <p:spPr>
          <a:xfrm>
            <a:off x="54406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1" name="Shape 299"/>
          <p:cNvSpPr/>
          <p:nvPr/>
        </p:nvSpPr>
        <p:spPr>
          <a:xfrm>
            <a:off x="54406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2" name="Shape 300"/>
          <p:cNvSpPr/>
          <p:nvPr/>
        </p:nvSpPr>
        <p:spPr>
          <a:xfrm>
            <a:off x="54406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3" name="Shape 301"/>
          <p:cNvSpPr/>
          <p:nvPr/>
        </p:nvSpPr>
        <p:spPr>
          <a:xfrm>
            <a:off x="54406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4" name="Shape 302"/>
          <p:cNvSpPr/>
          <p:nvPr/>
        </p:nvSpPr>
        <p:spPr>
          <a:xfrm>
            <a:off x="54406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5" name="Shape 303"/>
          <p:cNvSpPr/>
          <p:nvPr/>
        </p:nvSpPr>
        <p:spPr>
          <a:xfrm>
            <a:off x="54406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6" name="Shape 304"/>
          <p:cNvSpPr/>
          <p:nvPr/>
        </p:nvSpPr>
        <p:spPr>
          <a:xfrm>
            <a:off x="54406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7" name="Shape 305"/>
          <p:cNvSpPr/>
          <p:nvPr/>
        </p:nvSpPr>
        <p:spPr>
          <a:xfrm>
            <a:off x="54406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8" name="Shape 306"/>
          <p:cNvSpPr/>
          <p:nvPr/>
        </p:nvSpPr>
        <p:spPr>
          <a:xfrm>
            <a:off x="57607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9" name="Shape 307"/>
          <p:cNvSpPr/>
          <p:nvPr/>
        </p:nvSpPr>
        <p:spPr>
          <a:xfrm>
            <a:off x="57607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0" name="Shape 308"/>
          <p:cNvSpPr/>
          <p:nvPr/>
        </p:nvSpPr>
        <p:spPr>
          <a:xfrm>
            <a:off x="57607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1" name="Shape 309"/>
          <p:cNvSpPr/>
          <p:nvPr/>
        </p:nvSpPr>
        <p:spPr>
          <a:xfrm>
            <a:off x="57607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2" name="Shape 310"/>
          <p:cNvSpPr/>
          <p:nvPr/>
        </p:nvSpPr>
        <p:spPr>
          <a:xfrm>
            <a:off x="57607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3" name="Shape 311"/>
          <p:cNvSpPr/>
          <p:nvPr/>
        </p:nvSpPr>
        <p:spPr>
          <a:xfrm>
            <a:off x="57607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4" name="Shape 312"/>
          <p:cNvSpPr/>
          <p:nvPr/>
        </p:nvSpPr>
        <p:spPr>
          <a:xfrm>
            <a:off x="57607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5" name="Shape 313"/>
          <p:cNvSpPr/>
          <p:nvPr/>
        </p:nvSpPr>
        <p:spPr>
          <a:xfrm>
            <a:off x="57607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6" name="Shape 314"/>
          <p:cNvSpPr/>
          <p:nvPr/>
        </p:nvSpPr>
        <p:spPr>
          <a:xfrm>
            <a:off x="57607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7" name="Shape 315"/>
          <p:cNvSpPr/>
          <p:nvPr/>
        </p:nvSpPr>
        <p:spPr>
          <a:xfrm>
            <a:off x="57607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8" name="Shape 316"/>
          <p:cNvSpPr/>
          <p:nvPr/>
        </p:nvSpPr>
        <p:spPr>
          <a:xfrm>
            <a:off x="57607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9" name="Shape 317"/>
          <p:cNvSpPr/>
          <p:nvPr/>
        </p:nvSpPr>
        <p:spPr>
          <a:xfrm>
            <a:off x="57607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0" name="Shape 318"/>
          <p:cNvSpPr/>
          <p:nvPr/>
        </p:nvSpPr>
        <p:spPr>
          <a:xfrm>
            <a:off x="57607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1" name="Shape 319"/>
          <p:cNvSpPr/>
          <p:nvPr/>
        </p:nvSpPr>
        <p:spPr>
          <a:xfrm>
            <a:off x="57607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2" name="Shape 320"/>
          <p:cNvSpPr/>
          <p:nvPr/>
        </p:nvSpPr>
        <p:spPr>
          <a:xfrm>
            <a:off x="57607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3" name="Shape 321"/>
          <p:cNvSpPr/>
          <p:nvPr/>
        </p:nvSpPr>
        <p:spPr>
          <a:xfrm>
            <a:off x="57607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4" name="Shape 322"/>
          <p:cNvSpPr/>
          <p:nvPr/>
        </p:nvSpPr>
        <p:spPr>
          <a:xfrm>
            <a:off x="57607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5" name="Shape 323"/>
          <p:cNvSpPr/>
          <p:nvPr/>
        </p:nvSpPr>
        <p:spPr>
          <a:xfrm>
            <a:off x="60807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6" name="Shape 324"/>
          <p:cNvSpPr/>
          <p:nvPr/>
        </p:nvSpPr>
        <p:spPr>
          <a:xfrm>
            <a:off x="60807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7" name="Shape 325"/>
          <p:cNvSpPr/>
          <p:nvPr/>
        </p:nvSpPr>
        <p:spPr>
          <a:xfrm>
            <a:off x="60807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8" name="Shape 326"/>
          <p:cNvSpPr/>
          <p:nvPr/>
        </p:nvSpPr>
        <p:spPr>
          <a:xfrm>
            <a:off x="60807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9" name="Shape 327"/>
          <p:cNvSpPr/>
          <p:nvPr/>
        </p:nvSpPr>
        <p:spPr>
          <a:xfrm>
            <a:off x="60807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0" name="Shape 328"/>
          <p:cNvSpPr/>
          <p:nvPr/>
        </p:nvSpPr>
        <p:spPr>
          <a:xfrm>
            <a:off x="60807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1" name="Shape 329"/>
          <p:cNvSpPr/>
          <p:nvPr/>
        </p:nvSpPr>
        <p:spPr>
          <a:xfrm>
            <a:off x="60807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2" name="Shape 330"/>
          <p:cNvSpPr/>
          <p:nvPr/>
        </p:nvSpPr>
        <p:spPr>
          <a:xfrm>
            <a:off x="60807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3" name="Shape 331"/>
          <p:cNvSpPr/>
          <p:nvPr/>
        </p:nvSpPr>
        <p:spPr>
          <a:xfrm>
            <a:off x="60807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4" name="Shape 332"/>
          <p:cNvSpPr/>
          <p:nvPr/>
        </p:nvSpPr>
        <p:spPr>
          <a:xfrm>
            <a:off x="60807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5" name="Shape 333"/>
          <p:cNvSpPr/>
          <p:nvPr/>
        </p:nvSpPr>
        <p:spPr>
          <a:xfrm>
            <a:off x="60807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6" name="Shape 334"/>
          <p:cNvSpPr/>
          <p:nvPr/>
        </p:nvSpPr>
        <p:spPr>
          <a:xfrm>
            <a:off x="60807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7" name="Shape 335"/>
          <p:cNvSpPr/>
          <p:nvPr/>
        </p:nvSpPr>
        <p:spPr>
          <a:xfrm>
            <a:off x="60807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8" name="Shape 336"/>
          <p:cNvSpPr/>
          <p:nvPr/>
        </p:nvSpPr>
        <p:spPr>
          <a:xfrm>
            <a:off x="60807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9" name="Shape 337"/>
          <p:cNvSpPr/>
          <p:nvPr/>
        </p:nvSpPr>
        <p:spPr>
          <a:xfrm>
            <a:off x="60807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0" name="Shape 338"/>
          <p:cNvSpPr/>
          <p:nvPr/>
        </p:nvSpPr>
        <p:spPr>
          <a:xfrm>
            <a:off x="60807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1" name="Shape 339"/>
          <p:cNvSpPr/>
          <p:nvPr/>
        </p:nvSpPr>
        <p:spPr>
          <a:xfrm>
            <a:off x="60807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2" name="Shape 340"/>
          <p:cNvSpPr/>
          <p:nvPr/>
        </p:nvSpPr>
        <p:spPr>
          <a:xfrm>
            <a:off x="64008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3" name="Shape 341"/>
          <p:cNvSpPr/>
          <p:nvPr/>
        </p:nvSpPr>
        <p:spPr>
          <a:xfrm>
            <a:off x="64008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4" name="Shape 342"/>
          <p:cNvSpPr/>
          <p:nvPr/>
        </p:nvSpPr>
        <p:spPr>
          <a:xfrm>
            <a:off x="64008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5" name="Shape 343"/>
          <p:cNvSpPr/>
          <p:nvPr/>
        </p:nvSpPr>
        <p:spPr>
          <a:xfrm>
            <a:off x="64008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6" name="Shape 344"/>
          <p:cNvSpPr/>
          <p:nvPr/>
        </p:nvSpPr>
        <p:spPr>
          <a:xfrm>
            <a:off x="64008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7" name="Shape 345"/>
          <p:cNvSpPr/>
          <p:nvPr/>
        </p:nvSpPr>
        <p:spPr>
          <a:xfrm>
            <a:off x="64008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8" name="Shape 346"/>
          <p:cNvSpPr/>
          <p:nvPr/>
        </p:nvSpPr>
        <p:spPr>
          <a:xfrm>
            <a:off x="64008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9" name="Shape 347"/>
          <p:cNvSpPr/>
          <p:nvPr/>
        </p:nvSpPr>
        <p:spPr>
          <a:xfrm>
            <a:off x="64008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0" name="Shape 348"/>
          <p:cNvSpPr/>
          <p:nvPr/>
        </p:nvSpPr>
        <p:spPr>
          <a:xfrm>
            <a:off x="64008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1" name="Shape 349"/>
          <p:cNvSpPr/>
          <p:nvPr/>
        </p:nvSpPr>
        <p:spPr>
          <a:xfrm>
            <a:off x="64008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2" name="Shape 350"/>
          <p:cNvSpPr/>
          <p:nvPr/>
        </p:nvSpPr>
        <p:spPr>
          <a:xfrm>
            <a:off x="64008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3" name="Shape 351"/>
          <p:cNvSpPr/>
          <p:nvPr/>
        </p:nvSpPr>
        <p:spPr>
          <a:xfrm>
            <a:off x="64008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4" name="Shape 352"/>
          <p:cNvSpPr/>
          <p:nvPr/>
        </p:nvSpPr>
        <p:spPr>
          <a:xfrm>
            <a:off x="64008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5" name="Shape 353"/>
          <p:cNvSpPr/>
          <p:nvPr/>
        </p:nvSpPr>
        <p:spPr>
          <a:xfrm>
            <a:off x="64008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6" name="Shape 354"/>
          <p:cNvSpPr/>
          <p:nvPr/>
        </p:nvSpPr>
        <p:spPr>
          <a:xfrm>
            <a:off x="64008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7" name="Shape 355"/>
          <p:cNvSpPr/>
          <p:nvPr/>
        </p:nvSpPr>
        <p:spPr>
          <a:xfrm>
            <a:off x="64008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8" name="Shape 356"/>
          <p:cNvSpPr/>
          <p:nvPr/>
        </p:nvSpPr>
        <p:spPr>
          <a:xfrm>
            <a:off x="64008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9" name="Shape 357"/>
          <p:cNvSpPr/>
          <p:nvPr/>
        </p:nvSpPr>
        <p:spPr>
          <a:xfrm>
            <a:off x="67208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0" name="Shape 358"/>
          <p:cNvSpPr/>
          <p:nvPr/>
        </p:nvSpPr>
        <p:spPr>
          <a:xfrm>
            <a:off x="67208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1" name="Shape 359"/>
          <p:cNvSpPr/>
          <p:nvPr/>
        </p:nvSpPr>
        <p:spPr>
          <a:xfrm>
            <a:off x="67208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2" name="Shape 360"/>
          <p:cNvSpPr/>
          <p:nvPr/>
        </p:nvSpPr>
        <p:spPr>
          <a:xfrm>
            <a:off x="67208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3" name="Shape 361"/>
          <p:cNvSpPr/>
          <p:nvPr/>
        </p:nvSpPr>
        <p:spPr>
          <a:xfrm>
            <a:off x="67208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4" name="Shape 362"/>
          <p:cNvSpPr/>
          <p:nvPr/>
        </p:nvSpPr>
        <p:spPr>
          <a:xfrm>
            <a:off x="67208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5" name="Shape 363"/>
          <p:cNvSpPr/>
          <p:nvPr/>
        </p:nvSpPr>
        <p:spPr>
          <a:xfrm>
            <a:off x="67208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6" name="Shape 364"/>
          <p:cNvSpPr/>
          <p:nvPr/>
        </p:nvSpPr>
        <p:spPr>
          <a:xfrm>
            <a:off x="67208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7" name="Shape 365"/>
          <p:cNvSpPr/>
          <p:nvPr/>
        </p:nvSpPr>
        <p:spPr>
          <a:xfrm>
            <a:off x="67208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8" name="Shape 366"/>
          <p:cNvSpPr/>
          <p:nvPr/>
        </p:nvSpPr>
        <p:spPr>
          <a:xfrm>
            <a:off x="67208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9" name="Shape 367"/>
          <p:cNvSpPr/>
          <p:nvPr/>
        </p:nvSpPr>
        <p:spPr>
          <a:xfrm>
            <a:off x="67208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0" name="Shape 368"/>
          <p:cNvSpPr/>
          <p:nvPr/>
        </p:nvSpPr>
        <p:spPr>
          <a:xfrm>
            <a:off x="67208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1" name="Shape 369"/>
          <p:cNvSpPr/>
          <p:nvPr/>
        </p:nvSpPr>
        <p:spPr>
          <a:xfrm>
            <a:off x="67208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2" name="Shape 370"/>
          <p:cNvSpPr/>
          <p:nvPr/>
        </p:nvSpPr>
        <p:spPr>
          <a:xfrm>
            <a:off x="67208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3" name="Shape 371"/>
          <p:cNvSpPr/>
          <p:nvPr/>
        </p:nvSpPr>
        <p:spPr>
          <a:xfrm>
            <a:off x="67208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4" name="Shape 372"/>
          <p:cNvSpPr/>
          <p:nvPr/>
        </p:nvSpPr>
        <p:spPr>
          <a:xfrm>
            <a:off x="67208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5" name="Shape 373"/>
          <p:cNvSpPr/>
          <p:nvPr/>
        </p:nvSpPr>
        <p:spPr>
          <a:xfrm>
            <a:off x="67208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6" name="Shape 374"/>
          <p:cNvSpPr/>
          <p:nvPr/>
        </p:nvSpPr>
        <p:spPr>
          <a:xfrm>
            <a:off x="70408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7" name="Shape 375"/>
          <p:cNvSpPr/>
          <p:nvPr/>
        </p:nvSpPr>
        <p:spPr>
          <a:xfrm>
            <a:off x="70408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8" name="Shape 376"/>
          <p:cNvSpPr/>
          <p:nvPr/>
        </p:nvSpPr>
        <p:spPr>
          <a:xfrm>
            <a:off x="70408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9" name="Shape 377"/>
          <p:cNvSpPr/>
          <p:nvPr/>
        </p:nvSpPr>
        <p:spPr>
          <a:xfrm>
            <a:off x="70408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0" name="Shape 378"/>
          <p:cNvSpPr/>
          <p:nvPr/>
        </p:nvSpPr>
        <p:spPr>
          <a:xfrm>
            <a:off x="70408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1" name="Shape 379"/>
          <p:cNvSpPr/>
          <p:nvPr/>
        </p:nvSpPr>
        <p:spPr>
          <a:xfrm>
            <a:off x="70408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2" name="Shape 380"/>
          <p:cNvSpPr/>
          <p:nvPr/>
        </p:nvSpPr>
        <p:spPr>
          <a:xfrm>
            <a:off x="70408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3" name="Shape 381"/>
          <p:cNvSpPr/>
          <p:nvPr/>
        </p:nvSpPr>
        <p:spPr>
          <a:xfrm>
            <a:off x="70408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4" name="Shape 382"/>
          <p:cNvSpPr/>
          <p:nvPr/>
        </p:nvSpPr>
        <p:spPr>
          <a:xfrm>
            <a:off x="70408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5" name="Shape 383"/>
          <p:cNvSpPr/>
          <p:nvPr/>
        </p:nvSpPr>
        <p:spPr>
          <a:xfrm>
            <a:off x="70408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6" name="Shape 384"/>
          <p:cNvSpPr/>
          <p:nvPr/>
        </p:nvSpPr>
        <p:spPr>
          <a:xfrm>
            <a:off x="70408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7" name="Shape 385"/>
          <p:cNvSpPr/>
          <p:nvPr/>
        </p:nvSpPr>
        <p:spPr>
          <a:xfrm>
            <a:off x="70408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8" name="Shape 386"/>
          <p:cNvSpPr/>
          <p:nvPr/>
        </p:nvSpPr>
        <p:spPr>
          <a:xfrm>
            <a:off x="70408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9" name="Shape 387"/>
          <p:cNvSpPr/>
          <p:nvPr/>
        </p:nvSpPr>
        <p:spPr>
          <a:xfrm>
            <a:off x="70408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0" name="Shape 388"/>
          <p:cNvSpPr/>
          <p:nvPr/>
        </p:nvSpPr>
        <p:spPr>
          <a:xfrm>
            <a:off x="70408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1" name="Shape 389"/>
          <p:cNvSpPr/>
          <p:nvPr/>
        </p:nvSpPr>
        <p:spPr>
          <a:xfrm>
            <a:off x="70408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2" name="Shape 390"/>
          <p:cNvSpPr/>
          <p:nvPr/>
        </p:nvSpPr>
        <p:spPr>
          <a:xfrm>
            <a:off x="70408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3" name="Shape 391"/>
          <p:cNvSpPr/>
          <p:nvPr/>
        </p:nvSpPr>
        <p:spPr>
          <a:xfrm>
            <a:off x="73609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4" name="Shape 392"/>
          <p:cNvSpPr/>
          <p:nvPr/>
        </p:nvSpPr>
        <p:spPr>
          <a:xfrm>
            <a:off x="73609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5" name="Shape 393"/>
          <p:cNvSpPr/>
          <p:nvPr/>
        </p:nvSpPr>
        <p:spPr>
          <a:xfrm>
            <a:off x="73609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6" name="Shape 394"/>
          <p:cNvSpPr/>
          <p:nvPr/>
        </p:nvSpPr>
        <p:spPr>
          <a:xfrm>
            <a:off x="73609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7" name="Shape 395"/>
          <p:cNvSpPr/>
          <p:nvPr/>
        </p:nvSpPr>
        <p:spPr>
          <a:xfrm>
            <a:off x="73609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8" name="Shape 396"/>
          <p:cNvSpPr/>
          <p:nvPr/>
        </p:nvSpPr>
        <p:spPr>
          <a:xfrm>
            <a:off x="73609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9" name="Shape 397"/>
          <p:cNvSpPr/>
          <p:nvPr/>
        </p:nvSpPr>
        <p:spPr>
          <a:xfrm>
            <a:off x="73609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0" name="Shape 398"/>
          <p:cNvSpPr/>
          <p:nvPr/>
        </p:nvSpPr>
        <p:spPr>
          <a:xfrm>
            <a:off x="73609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1" name="Shape 399"/>
          <p:cNvSpPr/>
          <p:nvPr/>
        </p:nvSpPr>
        <p:spPr>
          <a:xfrm>
            <a:off x="73609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2" name="Shape 400"/>
          <p:cNvSpPr/>
          <p:nvPr/>
        </p:nvSpPr>
        <p:spPr>
          <a:xfrm>
            <a:off x="73609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3" name="Shape 401"/>
          <p:cNvSpPr/>
          <p:nvPr/>
        </p:nvSpPr>
        <p:spPr>
          <a:xfrm>
            <a:off x="73609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4" name="Shape 402"/>
          <p:cNvSpPr/>
          <p:nvPr/>
        </p:nvSpPr>
        <p:spPr>
          <a:xfrm>
            <a:off x="73609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5" name="Shape 403"/>
          <p:cNvSpPr/>
          <p:nvPr/>
        </p:nvSpPr>
        <p:spPr>
          <a:xfrm>
            <a:off x="73609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6" name="Shape 404"/>
          <p:cNvSpPr/>
          <p:nvPr/>
        </p:nvSpPr>
        <p:spPr>
          <a:xfrm>
            <a:off x="73609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7" name="Shape 405"/>
          <p:cNvSpPr/>
          <p:nvPr/>
        </p:nvSpPr>
        <p:spPr>
          <a:xfrm>
            <a:off x="73609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8" name="Shape 406"/>
          <p:cNvSpPr/>
          <p:nvPr/>
        </p:nvSpPr>
        <p:spPr>
          <a:xfrm>
            <a:off x="73609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9" name="Shape 407"/>
          <p:cNvSpPr/>
          <p:nvPr/>
        </p:nvSpPr>
        <p:spPr>
          <a:xfrm>
            <a:off x="73609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0" name="Shape 408"/>
          <p:cNvSpPr/>
          <p:nvPr/>
        </p:nvSpPr>
        <p:spPr>
          <a:xfrm>
            <a:off x="76809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1" name="Shape 409"/>
          <p:cNvSpPr/>
          <p:nvPr/>
        </p:nvSpPr>
        <p:spPr>
          <a:xfrm>
            <a:off x="76809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2" name="Shape 410"/>
          <p:cNvSpPr/>
          <p:nvPr/>
        </p:nvSpPr>
        <p:spPr>
          <a:xfrm>
            <a:off x="76809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3" name="Shape 411"/>
          <p:cNvSpPr/>
          <p:nvPr/>
        </p:nvSpPr>
        <p:spPr>
          <a:xfrm>
            <a:off x="76809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4" name="Shape 412"/>
          <p:cNvSpPr/>
          <p:nvPr/>
        </p:nvSpPr>
        <p:spPr>
          <a:xfrm>
            <a:off x="76809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5" name="Shape 413"/>
          <p:cNvSpPr/>
          <p:nvPr/>
        </p:nvSpPr>
        <p:spPr>
          <a:xfrm>
            <a:off x="76809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6" name="Shape 414"/>
          <p:cNvSpPr/>
          <p:nvPr/>
        </p:nvSpPr>
        <p:spPr>
          <a:xfrm>
            <a:off x="76809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7" name="Shape 415"/>
          <p:cNvSpPr/>
          <p:nvPr/>
        </p:nvSpPr>
        <p:spPr>
          <a:xfrm>
            <a:off x="76809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8" name="Shape 416"/>
          <p:cNvSpPr/>
          <p:nvPr/>
        </p:nvSpPr>
        <p:spPr>
          <a:xfrm>
            <a:off x="76809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9" name="Shape 417"/>
          <p:cNvSpPr/>
          <p:nvPr/>
        </p:nvSpPr>
        <p:spPr>
          <a:xfrm>
            <a:off x="76809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0" name="Shape 418"/>
          <p:cNvSpPr/>
          <p:nvPr/>
        </p:nvSpPr>
        <p:spPr>
          <a:xfrm>
            <a:off x="76809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1" name="Shape 419"/>
          <p:cNvSpPr/>
          <p:nvPr/>
        </p:nvSpPr>
        <p:spPr>
          <a:xfrm>
            <a:off x="76809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2" name="Shape 420"/>
          <p:cNvSpPr/>
          <p:nvPr/>
        </p:nvSpPr>
        <p:spPr>
          <a:xfrm>
            <a:off x="76809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3" name="Shape 421"/>
          <p:cNvSpPr/>
          <p:nvPr/>
        </p:nvSpPr>
        <p:spPr>
          <a:xfrm>
            <a:off x="76809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4" name="Shape 422"/>
          <p:cNvSpPr/>
          <p:nvPr/>
        </p:nvSpPr>
        <p:spPr>
          <a:xfrm>
            <a:off x="76809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5" name="Shape 423"/>
          <p:cNvSpPr/>
          <p:nvPr/>
        </p:nvSpPr>
        <p:spPr>
          <a:xfrm>
            <a:off x="76809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6" name="Shape 424"/>
          <p:cNvSpPr/>
          <p:nvPr/>
        </p:nvSpPr>
        <p:spPr>
          <a:xfrm>
            <a:off x="76809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7" name="Shape 425"/>
          <p:cNvSpPr/>
          <p:nvPr/>
        </p:nvSpPr>
        <p:spPr>
          <a:xfrm>
            <a:off x="80010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8" name="Shape 426"/>
          <p:cNvSpPr/>
          <p:nvPr/>
        </p:nvSpPr>
        <p:spPr>
          <a:xfrm>
            <a:off x="80010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9" name="Shape 427"/>
          <p:cNvSpPr/>
          <p:nvPr/>
        </p:nvSpPr>
        <p:spPr>
          <a:xfrm>
            <a:off x="80010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0" name="Shape 428"/>
          <p:cNvSpPr/>
          <p:nvPr/>
        </p:nvSpPr>
        <p:spPr>
          <a:xfrm>
            <a:off x="80010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1" name="Shape 429"/>
          <p:cNvSpPr/>
          <p:nvPr/>
        </p:nvSpPr>
        <p:spPr>
          <a:xfrm>
            <a:off x="80010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2" name="Shape 430"/>
          <p:cNvSpPr/>
          <p:nvPr/>
        </p:nvSpPr>
        <p:spPr>
          <a:xfrm>
            <a:off x="80010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3" name="Shape 431"/>
          <p:cNvSpPr/>
          <p:nvPr/>
        </p:nvSpPr>
        <p:spPr>
          <a:xfrm>
            <a:off x="80010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4" name="Shape 432"/>
          <p:cNvSpPr/>
          <p:nvPr/>
        </p:nvSpPr>
        <p:spPr>
          <a:xfrm>
            <a:off x="80010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5" name="Shape 433"/>
          <p:cNvSpPr/>
          <p:nvPr/>
        </p:nvSpPr>
        <p:spPr>
          <a:xfrm>
            <a:off x="80010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6" name="Shape 434"/>
          <p:cNvSpPr/>
          <p:nvPr/>
        </p:nvSpPr>
        <p:spPr>
          <a:xfrm>
            <a:off x="80010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7" name="Shape 435"/>
          <p:cNvSpPr/>
          <p:nvPr/>
        </p:nvSpPr>
        <p:spPr>
          <a:xfrm>
            <a:off x="80010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8" name="Shape 436"/>
          <p:cNvSpPr/>
          <p:nvPr/>
        </p:nvSpPr>
        <p:spPr>
          <a:xfrm>
            <a:off x="80010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9" name="Shape 437"/>
          <p:cNvSpPr/>
          <p:nvPr/>
        </p:nvSpPr>
        <p:spPr>
          <a:xfrm>
            <a:off x="80010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0" name="Shape 438"/>
          <p:cNvSpPr/>
          <p:nvPr/>
        </p:nvSpPr>
        <p:spPr>
          <a:xfrm>
            <a:off x="80010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1" name="Shape 439"/>
          <p:cNvSpPr/>
          <p:nvPr/>
        </p:nvSpPr>
        <p:spPr>
          <a:xfrm>
            <a:off x="80010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2" name="Shape 440"/>
          <p:cNvSpPr/>
          <p:nvPr/>
        </p:nvSpPr>
        <p:spPr>
          <a:xfrm>
            <a:off x="80010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3" name="Shape 441"/>
          <p:cNvSpPr/>
          <p:nvPr/>
        </p:nvSpPr>
        <p:spPr>
          <a:xfrm>
            <a:off x="80010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4" name="Shape 442"/>
          <p:cNvSpPr/>
          <p:nvPr/>
        </p:nvSpPr>
        <p:spPr>
          <a:xfrm>
            <a:off x="83210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5" name="Shape 443"/>
          <p:cNvSpPr/>
          <p:nvPr/>
        </p:nvSpPr>
        <p:spPr>
          <a:xfrm>
            <a:off x="83210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6" name="Shape 444"/>
          <p:cNvSpPr/>
          <p:nvPr/>
        </p:nvSpPr>
        <p:spPr>
          <a:xfrm>
            <a:off x="83210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7" name="Shape 445"/>
          <p:cNvSpPr/>
          <p:nvPr/>
        </p:nvSpPr>
        <p:spPr>
          <a:xfrm>
            <a:off x="83210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8" name="Shape 446"/>
          <p:cNvSpPr/>
          <p:nvPr/>
        </p:nvSpPr>
        <p:spPr>
          <a:xfrm>
            <a:off x="83210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9" name="Shape 447"/>
          <p:cNvSpPr/>
          <p:nvPr/>
        </p:nvSpPr>
        <p:spPr>
          <a:xfrm>
            <a:off x="83210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0" name="Shape 448"/>
          <p:cNvSpPr/>
          <p:nvPr/>
        </p:nvSpPr>
        <p:spPr>
          <a:xfrm>
            <a:off x="83210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1" name="Shape 449"/>
          <p:cNvSpPr/>
          <p:nvPr/>
        </p:nvSpPr>
        <p:spPr>
          <a:xfrm>
            <a:off x="83210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2" name="Shape 450"/>
          <p:cNvSpPr/>
          <p:nvPr/>
        </p:nvSpPr>
        <p:spPr>
          <a:xfrm>
            <a:off x="83210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3" name="Shape 451"/>
          <p:cNvSpPr/>
          <p:nvPr/>
        </p:nvSpPr>
        <p:spPr>
          <a:xfrm>
            <a:off x="83210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4" name="Shape 452"/>
          <p:cNvSpPr/>
          <p:nvPr/>
        </p:nvSpPr>
        <p:spPr>
          <a:xfrm>
            <a:off x="83210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5" name="Shape 453"/>
          <p:cNvSpPr/>
          <p:nvPr/>
        </p:nvSpPr>
        <p:spPr>
          <a:xfrm>
            <a:off x="83210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6" name="Shape 454"/>
          <p:cNvSpPr/>
          <p:nvPr/>
        </p:nvSpPr>
        <p:spPr>
          <a:xfrm>
            <a:off x="83210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7" name="Shape 455"/>
          <p:cNvSpPr/>
          <p:nvPr/>
        </p:nvSpPr>
        <p:spPr>
          <a:xfrm>
            <a:off x="83210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8" name="Shape 456"/>
          <p:cNvSpPr/>
          <p:nvPr/>
        </p:nvSpPr>
        <p:spPr>
          <a:xfrm>
            <a:off x="83210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9" name="Shape 457"/>
          <p:cNvSpPr/>
          <p:nvPr/>
        </p:nvSpPr>
        <p:spPr>
          <a:xfrm>
            <a:off x="83210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0" name="Shape 458"/>
          <p:cNvSpPr/>
          <p:nvPr/>
        </p:nvSpPr>
        <p:spPr>
          <a:xfrm>
            <a:off x="83210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1" name="Shape 459"/>
          <p:cNvSpPr/>
          <p:nvPr/>
        </p:nvSpPr>
        <p:spPr>
          <a:xfrm>
            <a:off x="86410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2" name="Shape 460"/>
          <p:cNvSpPr/>
          <p:nvPr/>
        </p:nvSpPr>
        <p:spPr>
          <a:xfrm>
            <a:off x="86410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3" name="Shape 461"/>
          <p:cNvSpPr/>
          <p:nvPr/>
        </p:nvSpPr>
        <p:spPr>
          <a:xfrm>
            <a:off x="86410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4" name="Shape 462"/>
          <p:cNvSpPr/>
          <p:nvPr/>
        </p:nvSpPr>
        <p:spPr>
          <a:xfrm>
            <a:off x="86410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5" name="Shape 463"/>
          <p:cNvSpPr/>
          <p:nvPr/>
        </p:nvSpPr>
        <p:spPr>
          <a:xfrm>
            <a:off x="86410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6" name="Shape 464"/>
          <p:cNvSpPr/>
          <p:nvPr/>
        </p:nvSpPr>
        <p:spPr>
          <a:xfrm>
            <a:off x="86410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7" name="Shape 465"/>
          <p:cNvSpPr/>
          <p:nvPr/>
        </p:nvSpPr>
        <p:spPr>
          <a:xfrm>
            <a:off x="86410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8" name="Shape 466"/>
          <p:cNvSpPr/>
          <p:nvPr/>
        </p:nvSpPr>
        <p:spPr>
          <a:xfrm>
            <a:off x="86410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9" name="Shape 467"/>
          <p:cNvSpPr/>
          <p:nvPr/>
        </p:nvSpPr>
        <p:spPr>
          <a:xfrm>
            <a:off x="86410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0" name="Shape 468"/>
          <p:cNvSpPr/>
          <p:nvPr/>
        </p:nvSpPr>
        <p:spPr>
          <a:xfrm>
            <a:off x="86410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1" name="Shape 469"/>
          <p:cNvSpPr/>
          <p:nvPr/>
        </p:nvSpPr>
        <p:spPr>
          <a:xfrm>
            <a:off x="86410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2" name="Shape 470"/>
          <p:cNvSpPr/>
          <p:nvPr/>
        </p:nvSpPr>
        <p:spPr>
          <a:xfrm>
            <a:off x="86410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3" name="Shape 471"/>
          <p:cNvSpPr/>
          <p:nvPr/>
        </p:nvSpPr>
        <p:spPr>
          <a:xfrm>
            <a:off x="86410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4" name="Shape 472"/>
          <p:cNvSpPr/>
          <p:nvPr/>
        </p:nvSpPr>
        <p:spPr>
          <a:xfrm>
            <a:off x="86410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5" name="Shape 473"/>
          <p:cNvSpPr/>
          <p:nvPr/>
        </p:nvSpPr>
        <p:spPr>
          <a:xfrm>
            <a:off x="86410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6" name="Shape 474"/>
          <p:cNvSpPr/>
          <p:nvPr/>
        </p:nvSpPr>
        <p:spPr>
          <a:xfrm>
            <a:off x="86410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7" name="Shape 475"/>
          <p:cNvSpPr/>
          <p:nvPr/>
        </p:nvSpPr>
        <p:spPr>
          <a:xfrm>
            <a:off x="86410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8" name="Shape 476"/>
          <p:cNvSpPr/>
          <p:nvPr/>
        </p:nvSpPr>
        <p:spPr>
          <a:xfrm>
            <a:off x="89611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9" name="Shape 477"/>
          <p:cNvSpPr/>
          <p:nvPr/>
        </p:nvSpPr>
        <p:spPr>
          <a:xfrm>
            <a:off x="89611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0" name="Shape 478"/>
          <p:cNvSpPr/>
          <p:nvPr/>
        </p:nvSpPr>
        <p:spPr>
          <a:xfrm>
            <a:off x="89611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1" name="Shape 479"/>
          <p:cNvSpPr/>
          <p:nvPr/>
        </p:nvSpPr>
        <p:spPr>
          <a:xfrm>
            <a:off x="89611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2" name="Shape 480"/>
          <p:cNvSpPr/>
          <p:nvPr/>
        </p:nvSpPr>
        <p:spPr>
          <a:xfrm>
            <a:off x="89611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3" name="Shape 481"/>
          <p:cNvSpPr/>
          <p:nvPr/>
        </p:nvSpPr>
        <p:spPr>
          <a:xfrm>
            <a:off x="89611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4" name="Shape 482"/>
          <p:cNvSpPr/>
          <p:nvPr/>
        </p:nvSpPr>
        <p:spPr>
          <a:xfrm>
            <a:off x="89611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5" name="Shape 483"/>
          <p:cNvSpPr/>
          <p:nvPr/>
        </p:nvSpPr>
        <p:spPr>
          <a:xfrm>
            <a:off x="89611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6" name="Shape 484"/>
          <p:cNvSpPr/>
          <p:nvPr/>
        </p:nvSpPr>
        <p:spPr>
          <a:xfrm>
            <a:off x="89611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7" name="Shape 485"/>
          <p:cNvSpPr/>
          <p:nvPr/>
        </p:nvSpPr>
        <p:spPr>
          <a:xfrm>
            <a:off x="89611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8" name="Shape 486"/>
          <p:cNvSpPr/>
          <p:nvPr/>
        </p:nvSpPr>
        <p:spPr>
          <a:xfrm>
            <a:off x="89611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9" name="Shape 487"/>
          <p:cNvSpPr/>
          <p:nvPr/>
        </p:nvSpPr>
        <p:spPr>
          <a:xfrm>
            <a:off x="89611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0" name="Shape 488"/>
          <p:cNvSpPr/>
          <p:nvPr/>
        </p:nvSpPr>
        <p:spPr>
          <a:xfrm>
            <a:off x="89611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1" name="Shape 489"/>
          <p:cNvSpPr/>
          <p:nvPr/>
        </p:nvSpPr>
        <p:spPr>
          <a:xfrm>
            <a:off x="89611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2" name="Shape 490"/>
          <p:cNvSpPr/>
          <p:nvPr/>
        </p:nvSpPr>
        <p:spPr>
          <a:xfrm>
            <a:off x="89611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3" name="Shape 491"/>
          <p:cNvSpPr/>
          <p:nvPr/>
        </p:nvSpPr>
        <p:spPr>
          <a:xfrm>
            <a:off x="89611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4" name="Shape 492"/>
          <p:cNvSpPr/>
          <p:nvPr/>
        </p:nvSpPr>
        <p:spPr>
          <a:xfrm>
            <a:off x="89611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5" name="Shape 49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6" name="Shape 494"/>
          <p:cNvSpPr/>
          <p:nvPr/>
        </p:nvSpPr>
        <p:spPr>
          <a:xfrm flipV="1">
            <a:off x="6537960" y="2203704"/>
            <a:ext cx="1335024" cy="40233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7" name="Shape 495"/>
          <p:cNvSpPr/>
          <p:nvPr/>
        </p:nvSpPr>
        <p:spPr>
          <a:xfrm>
            <a:off x="6537960" y="2606040"/>
            <a:ext cx="1417320" cy="5943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8" name="Shape 496"/>
          <p:cNvSpPr/>
          <p:nvPr/>
        </p:nvSpPr>
        <p:spPr>
          <a:xfrm flipH="1" flipV="1">
            <a:off x="5477256" y="2276856"/>
            <a:ext cx="1060704" cy="32918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9" name="Shape 497"/>
          <p:cNvSpPr/>
          <p:nvPr/>
        </p:nvSpPr>
        <p:spPr>
          <a:xfrm flipH="1">
            <a:off x="5742432" y="2606040"/>
            <a:ext cx="795528" cy="75895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0" name="Shape 498"/>
          <p:cNvSpPr/>
          <p:nvPr/>
        </p:nvSpPr>
        <p:spPr>
          <a:xfrm flipH="1" flipV="1">
            <a:off x="7018020" y="1165860"/>
            <a:ext cx="854964" cy="103784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1" name="Shape 499"/>
          <p:cNvSpPr/>
          <p:nvPr/>
        </p:nvSpPr>
        <p:spPr>
          <a:xfrm>
            <a:off x="7872984" y="2203704"/>
            <a:ext cx="1060704" cy="60350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2" name="Shape 500"/>
          <p:cNvSpPr/>
          <p:nvPr/>
        </p:nvSpPr>
        <p:spPr>
          <a:xfrm flipH="1">
            <a:off x="4636008" y="2276856"/>
            <a:ext cx="841248" cy="62179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3" name="Shape 501"/>
          <p:cNvSpPr/>
          <p:nvPr/>
        </p:nvSpPr>
        <p:spPr>
          <a:xfrm flipV="1">
            <a:off x="5742432" y="3200400"/>
            <a:ext cx="2212848" cy="16459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4" name="Shape 502"/>
          <p:cNvSpPr/>
          <p:nvPr/>
        </p:nvSpPr>
        <p:spPr>
          <a:xfrm flipV="1">
            <a:off x="7955280" y="2807208"/>
            <a:ext cx="978408" cy="39319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5" name="Shape 503"/>
          <p:cNvSpPr/>
          <p:nvPr/>
        </p:nvSpPr>
        <p:spPr>
          <a:xfrm>
            <a:off x="5477256" y="2276856"/>
            <a:ext cx="265176" cy="108813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6" name="Shape 504"/>
          <p:cNvSpPr/>
          <p:nvPr/>
        </p:nvSpPr>
        <p:spPr>
          <a:xfrm>
            <a:off x="6291072" y="2359152"/>
            <a:ext cx="493776" cy="493776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7" name="Shape 505"/>
          <p:cNvSpPr/>
          <p:nvPr/>
        </p:nvSpPr>
        <p:spPr>
          <a:xfrm>
            <a:off x="6400800" y="2468880"/>
            <a:ext cx="274320" cy="274320"/>
          </a:xfrm>
          <a:prstGeom prst="ellipse">
            <a:avLst/>
          </a:prstGeom>
          <a:solidFill>
            <a:srgbClr val="22D3EE"/>
          </a:solidFill>
          <a:ln w="1905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8" name="Shape 506"/>
          <p:cNvSpPr/>
          <p:nvPr/>
        </p:nvSpPr>
        <p:spPr>
          <a:xfrm>
            <a:off x="7772400" y="2103120"/>
            <a:ext cx="201168" cy="201168"/>
          </a:xfrm>
          <a:prstGeom prst="ellipse">
            <a:avLst/>
          </a:prstGeom>
          <a:solidFill>
            <a:srgbClr val="A78BFA"/>
          </a:solidFill>
          <a:ln w="1905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9" name="Shape 507"/>
          <p:cNvSpPr/>
          <p:nvPr/>
        </p:nvSpPr>
        <p:spPr>
          <a:xfrm>
            <a:off x="7863840" y="3108960"/>
            <a:ext cx="182880" cy="182880"/>
          </a:xfrm>
          <a:prstGeom prst="ellipse">
            <a:avLst/>
          </a:prstGeom>
          <a:solidFill>
            <a:srgbClr val="F472B6"/>
          </a:solidFill>
          <a:ln w="1905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0" name="Shape 508"/>
          <p:cNvSpPr/>
          <p:nvPr/>
        </p:nvSpPr>
        <p:spPr>
          <a:xfrm>
            <a:off x="5394960" y="2194560"/>
            <a:ext cx="164592" cy="164592"/>
          </a:xfrm>
          <a:prstGeom prst="ellipse">
            <a:avLst/>
          </a:prstGeom>
          <a:solidFill>
            <a:srgbClr val="34D399"/>
          </a:solidFill>
          <a:ln w="1905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1" name="Shape 509"/>
          <p:cNvSpPr/>
          <p:nvPr/>
        </p:nvSpPr>
        <p:spPr>
          <a:xfrm>
            <a:off x="5669280" y="3291840"/>
            <a:ext cx="146304" cy="146304"/>
          </a:xfrm>
          <a:prstGeom prst="ellipse">
            <a:avLst/>
          </a:prstGeom>
          <a:solidFill>
            <a:srgbClr val="A78BFA"/>
          </a:solidFill>
          <a:ln w="1905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2" name="Shape 510"/>
          <p:cNvSpPr/>
          <p:nvPr/>
        </p:nvSpPr>
        <p:spPr>
          <a:xfrm>
            <a:off x="6949440" y="1097280"/>
            <a:ext cx="137160" cy="137160"/>
          </a:xfrm>
          <a:prstGeom prst="ellipse">
            <a:avLst/>
          </a:prstGeom>
          <a:solidFill>
            <a:srgbClr val="34D399"/>
          </a:solidFill>
          <a:ln w="1905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3" name="Shape 511"/>
          <p:cNvSpPr/>
          <p:nvPr/>
        </p:nvSpPr>
        <p:spPr>
          <a:xfrm>
            <a:off x="8869680" y="2743200"/>
            <a:ext cx="128016" cy="128016"/>
          </a:xfrm>
          <a:prstGeom prst="ellipse">
            <a:avLst/>
          </a:prstGeom>
          <a:solidFill>
            <a:srgbClr val="22D3EE"/>
          </a:solidFill>
          <a:ln w="1905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4" name="Shape 512"/>
          <p:cNvSpPr/>
          <p:nvPr/>
        </p:nvSpPr>
        <p:spPr>
          <a:xfrm>
            <a:off x="4572000" y="2834640"/>
            <a:ext cx="128016" cy="128016"/>
          </a:xfrm>
          <a:prstGeom prst="ellipse">
            <a:avLst/>
          </a:prstGeom>
          <a:solidFill>
            <a:srgbClr val="F472B6"/>
          </a:solidFill>
          <a:ln w="1905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5" name="Text 513"/>
          <p:cNvSpPr/>
          <p:nvPr/>
        </p:nvSpPr>
        <p:spPr>
          <a:xfrm>
            <a:off x="45720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· EPITECH 2026</a:t>
            </a:r>
            <a:endParaRPr lang="en-US" sz="1100" dirty="0"/>
          </a:p>
        </p:txBody>
      </p:sp>
      <p:sp>
        <p:nvSpPr>
          <p:cNvPr id="516" name="Text 514"/>
          <p:cNvSpPr/>
          <p:nvPr/>
        </p:nvSpPr>
        <p:spPr>
          <a:xfrm>
            <a:off x="457200" y="10972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Graphy</a:t>
            </a:r>
            <a:endParaRPr lang="en-US" sz="11000" dirty="0"/>
          </a:p>
        </p:txBody>
      </p:sp>
      <p:sp>
        <p:nvSpPr>
          <p:cNvPr id="518" name="Text 516"/>
          <p:cNvSpPr/>
          <p:nvPr/>
        </p:nvSpPr>
        <p:spPr>
          <a:xfrm>
            <a:off x="45720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Voir, comprendre et architecturer le code à l'ère de l'IA.</a:t>
            </a:r>
            <a:endParaRPr lang="en-US" sz="1600" dirty="0"/>
          </a:p>
        </p:txBody>
      </p:sp>
      <p:sp>
        <p:nvSpPr>
          <p:cNvPr id="519" name="Shape 517"/>
          <p:cNvSpPr/>
          <p:nvPr/>
        </p:nvSpPr>
        <p:spPr>
          <a:xfrm>
            <a:off x="457200" y="4297680"/>
            <a:ext cx="10972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0" name="Text 518"/>
          <p:cNvSpPr/>
          <p:nvPr/>
        </p:nvSpPr>
        <p:spPr>
          <a:xfrm>
            <a:off x="457200" y="4434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l'équipe ntgrm · Mai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00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200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200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200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200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200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200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200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3200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00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3200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200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3200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3200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200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6400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6400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6400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6400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6400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6400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6400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6400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6400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6400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6400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6400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6400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6400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6400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6400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6400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9601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9601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9601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9601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9601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Shape 56"/>
          <p:cNvSpPr/>
          <p:nvPr/>
        </p:nvSpPr>
        <p:spPr>
          <a:xfrm>
            <a:off x="9601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Shape 57"/>
          <p:cNvSpPr/>
          <p:nvPr/>
        </p:nvSpPr>
        <p:spPr>
          <a:xfrm>
            <a:off x="9601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9601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Shape 59"/>
          <p:cNvSpPr/>
          <p:nvPr/>
        </p:nvSpPr>
        <p:spPr>
          <a:xfrm>
            <a:off x="9601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Shape 60"/>
          <p:cNvSpPr/>
          <p:nvPr/>
        </p:nvSpPr>
        <p:spPr>
          <a:xfrm>
            <a:off x="9601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Shape 61"/>
          <p:cNvSpPr/>
          <p:nvPr/>
        </p:nvSpPr>
        <p:spPr>
          <a:xfrm>
            <a:off x="9601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Shape 62"/>
          <p:cNvSpPr/>
          <p:nvPr/>
        </p:nvSpPr>
        <p:spPr>
          <a:xfrm>
            <a:off x="9601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Shape 63"/>
          <p:cNvSpPr/>
          <p:nvPr/>
        </p:nvSpPr>
        <p:spPr>
          <a:xfrm>
            <a:off x="9601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Shape 64"/>
          <p:cNvSpPr/>
          <p:nvPr/>
        </p:nvSpPr>
        <p:spPr>
          <a:xfrm>
            <a:off x="9601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7" name="Shape 65"/>
          <p:cNvSpPr/>
          <p:nvPr/>
        </p:nvSpPr>
        <p:spPr>
          <a:xfrm>
            <a:off x="9601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8" name="Shape 66"/>
          <p:cNvSpPr/>
          <p:nvPr/>
        </p:nvSpPr>
        <p:spPr>
          <a:xfrm>
            <a:off x="9601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9" name="Shape 67"/>
          <p:cNvSpPr/>
          <p:nvPr/>
        </p:nvSpPr>
        <p:spPr>
          <a:xfrm>
            <a:off x="9601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Shape 68"/>
          <p:cNvSpPr/>
          <p:nvPr/>
        </p:nvSpPr>
        <p:spPr>
          <a:xfrm>
            <a:off x="12801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1" name="Shape 69"/>
          <p:cNvSpPr/>
          <p:nvPr/>
        </p:nvSpPr>
        <p:spPr>
          <a:xfrm>
            <a:off x="12801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2" name="Shape 70"/>
          <p:cNvSpPr/>
          <p:nvPr/>
        </p:nvSpPr>
        <p:spPr>
          <a:xfrm>
            <a:off x="12801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Shape 71"/>
          <p:cNvSpPr/>
          <p:nvPr/>
        </p:nvSpPr>
        <p:spPr>
          <a:xfrm>
            <a:off x="12801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4" name="Shape 72"/>
          <p:cNvSpPr/>
          <p:nvPr/>
        </p:nvSpPr>
        <p:spPr>
          <a:xfrm>
            <a:off x="12801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Shape 73"/>
          <p:cNvSpPr/>
          <p:nvPr/>
        </p:nvSpPr>
        <p:spPr>
          <a:xfrm>
            <a:off x="12801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6" name="Shape 74"/>
          <p:cNvSpPr/>
          <p:nvPr/>
        </p:nvSpPr>
        <p:spPr>
          <a:xfrm>
            <a:off x="12801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7" name="Shape 75"/>
          <p:cNvSpPr/>
          <p:nvPr/>
        </p:nvSpPr>
        <p:spPr>
          <a:xfrm>
            <a:off x="12801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8" name="Shape 76"/>
          <p:cNvSpPr/>
          <p:nvPr/>
        </p:nvSpPr>
        <p:spPr>
          <a:xfrm>
            <a:off x="12801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9" name="Shape 77"/>
          <p:cNvSpPr/>
          <p:nvPr/>
        </p:nvSpPr>
        <p:spPr>
          <a:xfrm>
            <a:off x="12801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0" name="Shape 78"/>
          <p:cNvSpPr/>
          <p:nvPr/>
        </p:nvSpPr>
        <p:spPr>
          <a:xfrm>
            <a:off x="12801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1" name="Shape 79"/>
          <p:cNvSpPr/>
          <p:nvPr/>
        </p:nvSpPr>
        <p:spPr>
          <a:xfrm>
            <a:off x="12801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2" name="Shape 80"/>
          <p:cNvSpPr/>
          <p:nvPr/>
        </p:nvSpPr>
        <p:spPr>
          <a:xfrm>
            <a:off x="12801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3" name="Shape 81"/>
          <p:cNvSpPr/>
          <p:nvPr/>
        </p:nvSpPr>
        <p:spPr>
          <a:xfrm>
            <a:off x="12801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4" name="Shape 82"/>
          <p:cNvSpPr/>
          <p:nvPr/>
        </p:nvSpPr>
        <p:spPr>
          <a:xfrm>
            <a:off x="12801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5" name="Shape 83"/>
          <p:cNvSpPr/>
          <p:nvPr/>
        </p:nvSpPr>
        <p:spPr>
          <a:xfrm>
            <a:off x="12801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6" name="Shape 84"/>
          <p:cNvSpPr/>
          <p:nvPr/>
        </p:nvSpPr>
        <p:spPr>
          <a:xfrm>
            <a:off x="12801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7" name="Shape 85"/>
          <p:cNvSpPr/>
          <p:nvPr/>
        </p:nvSpPr>
        <p:spPr>
          <a:xfrm>
            <a:off x="16002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8" name="Shape 86"/>
          <p:cNvSpPr/>
          <p:nvPr/>
        </p:nvSpPr>
        <p:spPr>
          <a:xfrm>
            <a:off x="16002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9" name="Shape 87"/>
          <p:cNvSpPr/>
          <p:nvPr/>
        </p:nvSpPr>
        <p:spPr>
          <a:xfrm>
            <a:off x="16002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0" name="Shape 88"/>
          <p:cNvSpPr/>
          <p:nvPr/>
        </p:nvSpPr>
        <p:spPr>
          <a:xfrm>
            <a:off x="16002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1" name="Shape 89"/>
          <p:cNvSpPr/>
          <p:nvPr/>
        </p:nvSpPr>
        <p:spPr>
          <a:xfrm>
            <a:off x="16002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2" name="Shape 90"/>
          <p:cNvSpPr/>
          <p:nvPr/>
        </p:nvSpPr>
        <p:spPr>
          <a:xfrm>
            <a:off x="16002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3" name="Shape 91"/>
          <p:cNvSpPr/>
          <p:nvPr/>
        </p:nvSpPr>
        <p:spPr>
          <a:xfrm>
            <a:off x="16002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4" name="Shape 92"/>
          <p:cNvSpPr/>
          <p:nvPr/>
        </p:nvSpPr>
        <p:spPr>
          <a:xfrm>
            <a:off x="16002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5" name="Shape 93"/>
          <p:cNvSpPr/>
          <p:nvPr/>
        </p:nvSpPr>
        <p:spPr>
          <a:xfrm>
            <a:off x="16002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6" name="Shape 94"/>
          <p:cNvSpPr/>
          <p:nvPr/>
        </p:nvSpPr>
        <p:spPr>
          <a:xfrm>
            <a:off x="16002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7" name="Shape 95"/>
          <p:cNvSpPr/>
          <p:nvPr/>
        </p:nvSpPr>
        <p:spPr>
          <a:xfrm>
            <a:off x="16002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8" name="Shape 96"/>
          <p:cNvSpPr/>
          <p:nvPr/>
        </p:nvSpPr>
        <p:spPr>
          <a:xfrm>
            <a:off x="16002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9" name="Shape 97"/>
          <p:cNvSpPr/>
          <p:nvPr/>
        </p:nvSpPr>
        <p:spPr>
          <a:xfrm>
            <a:off x="16002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0" name="Shape 98"/>
          <p:cNvSpPr/>
          <p:nvPr/>
        </p:nvSpPr>
        <p:spPr>
          <a:xfrm>
            <a:off x="16002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1" name="Shape 99"/>
          <p:cNvSpPr/>
          <p:nvPr/>
        </p:nvSpPr>
        <p:spPr>
          <a:xfrm>
            <a:off x="16002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2" name="Shape 100"/>
          <p:cNvSpPr/>
          <p:nvPr/>
        </p:nvSpPr>
        <p:spPr>
          <a:xfrm>
            <a:off x="16002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3" name="Shape 101"/>
          <p:cNvSpPr/>
          <p:nvPr/>
        </p:nvSpPr>
        <p:spPr>
          <a:xfrm>
            <a:off x="16002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4" name="Shape 102"/>
          <p:cNvSpPr/>
          <p:nvPr/>
        </p:nvSpPr>
        <p:spPr>
          <a:xfrm>
            <a:off x="19202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5" name="Shape 103"/>
          <p:cNvSpPr/>
          <p:nvPr/>
        </p:nvSpPr>
        <p:spPr>
          <a:xfrm>
            <a:off x="19202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6" name="Shape 104"/>
          <p:cNvSpPr/>
          <p:nvPr/>
        </p:nvSpPr>
        <p:spPr>
          <a:xfrm>
            <a:off x="19202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7" name="Shape 105"/>
          <p:cNvSpPr/>
          <p:nvPr/>
        </p:nvSpPr>
        <p:spPr>
          <a:xfrm>
            <a:off x="19202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8" name="Shape 106"/>
          <p:cNvSpPr/>
          <p:nvPr/>
        </p:nvSpPr>
        <p:spPr>
          <a:xfrm>
            <a:off x="19202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9" name="Shape 107"/>
          <p:cNvSpPr/>
          <p:nvPr/>
        </p:nvSpPr>
        <p:spPr>
          <a:xfrm>
            <a:off x="19202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0" name="Shape 108"/>
          <p:cNvSpPr/>
          <p:nvPr/>
        </p:nvSpPr>
        <p:spPr>
          <a:xfrm>
            <a:off x="19202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1" name="Shape 109"/>
          <p:cNvSpPr/>
          <p:nvPr/>
        </p:nvSpPr>
        <p:spPr>
          <a:xfrm>
            <a:off x="19202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2" name="Shape 110"/>
          <p:cNvSpPr/>
          <p:nvPr/>
        </p:nvSpPr>
        <p:spPr>
          <a:xfrm>
            <a:off x="19202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3" name="Shape 111"/>
          <p:cNvSpPr/>
          <p:nvPr/>
        </p:nvSpPr>
        <p:spPr>
          <a:xfrm>
            <a:off x="19202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4" name="Shape 112"/>
          <p:cNvSpPr/>
          <p:nvPr/>
        </p:nvSpPr>
        <p:spPr>
          <a:xfrm>
            <a:off x="19202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5" name="Shape 113"/>
          <p:cNvSpPr/>
          <p:nvPr/>
        </p:nvSpPr>
        <p:spPr>
          <a:xfrm>
            <a:off x="19202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6" name="Shape 114"/>
          <p:cNvSpPr/>
          <p:nvPr/>
        </p:nvSpPr>
        <p:spPr>
          <a:xfrm>
            <a:off x="19202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7" name="Shape 115"/>
          <p:cNvSpPr/>
          <p:nvPr/>
        </p:nvSpPr>
        <p:spPr>
          <a:xfrm>
            <a:off x="19202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8" name="Shape 116"/>
          <p:cNvSpPr/>
          <p:nvPr/>
        </p:nvSpPr>
        <p:spPr>
          <a:xfrm>
            <a:off x="19202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9" name="Shape 117"/>
          <p:cNvSpPr/>
          <p:nvPr/>
        </p:nvSpPr>
        <p:spPr>
          <a:xfrm>
            <a:off x="19202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0" name="Shape 118"/>
          <p:cNvSpPr/>
          <p:nvPr/>
        </p:nvSpPr>
        <p:spPr>
          <a:xfrm>
            <a:off x="19202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1" name="Shape 119"/>
          <p:cNvSpPr/>
          <p:nvPr/>
        </p:nvSpPr>
        <p:spPr>
          <a:xfrm>
            <a:off x="22402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2" name="Shape 120"/>
          <p:cNvSpPr/>
          <p:nvPr/>
        </p:nvSpPr>
        <p:spPr>
          <a:xfrm>
            <a:off x="22402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3" name="Shape 121"/>
          <p:cNvSpPr/>
          <p:nvPr/>
        </p:nvSpPr>
        <p:spPr>
          <a:xfrm>
            <a:off x="22402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4" name="Shape 122"/>
          <p:cNvSpPr/>
          <p:nvPr/>
        </p:nvSpPr>
        <p:spPr>
          <a:xfrm>
            <a:off x="22402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5" name="Shape 123"/>
          <p:cNvSpPr/>
          <p:nvPr/>
        </p:nvSpPr>
        <p:spPr>
          <a:xfrm>
            <a:off x="22402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6" name="Shape 124"/>
          <p:cNvSpPr/>
          <p:nvPr/>
        </p:nvSpPr>
        <p:spPr>
          <a:xfrm>
            <a:off x="22402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7" name="Shape 125"/>
          <p:cNvSpPr/>
          <p:nvPr/>
        </p:nvSpPr>
        <p:spPr>
          <a:xfrm>
            <a:off x="22402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8" name="Shape 126"/>
          <p:cNvSpPr/>
          <p:nvPr/>
        </p:nvSpPr>
        <p:spPr>
          <a:xfrm>
            <a:off x="22402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9" name="Shape 127"/>
          <p:cNvSpPr/>
          <p:nvPr/>
        </p:nvSpPr>
        <p:spPr>
          <a:xfrm>
            <a:off x="22402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0" name="Shape 128"/>
          <p:cNvSpPr/>
          <p:nvPr/>
        </p:nvSpPr>
        <p:spPr>
          <a:xfrm>
            <a:off x="22402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1" name="Shape 129"/>
          <p:cNvSpPr/>
          <p:nvPr/>
        </p:nvSpPr>
        <p:spPr>
          <a:xfrm>
            <a:off x="22402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2" name="Shape 130"/>
          <p:cNvSpPr/>
          <p:nvPr/>
        </p:nvSpPr>
        <p:spPr>
          <a:xfrm>
            <a:off x="22402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3" name="Shape 131"/>
          <p:cNvSpPr/>
          <p:nvPr/>
        </p:nvSpPr>
        <p:spPr>
          <a:xfrm>
            <a:off x="22402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4" name="Shape 132"/>
          <p:cNvSpPr/>
          <p:nvPr/>
        </p:nvSpPr>
        <p:spPr>
          <a:xfrm>
            <a:off x="22402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5" name="Shape 133"/>
          <p:cNvSpPr/>
          <p:nvPr/>
        </p:nvSpPr>
        <p:spPr>
          <a:xfrm>
            <a:off x="22402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6" name="Shape 134"/>
          <p:cNvSpPr/>
          <p:nvPr/>
        </p:nvSpPr>
        <p:spPr>
          <a:xfrm>
            <a:off x="22402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7" name="Shape 135"/>
          <p:cNvSpPr/>
          <p:nvPr/>
        </p:nvSpPr>
        <p:spPr>
          <a:xfrm>
            <a:off x="22402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8" name="Shape 136"/>
          <p:cNvSpPr/>
          <p:nvPr/>
        </p:nvSpPr>
        <p:spPr>
          <a:xfrm>
            <a:off x="25603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9" name="Shape 137"/>
          <p:cNvSpPr/>
          <p:nvPr/>
        </p:nvSpPr>
        <p:spPr>
          <a:xfrm>
            <a:off x="25603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0" name="Shape 138"/>
          <p:cNvSpPr/>
          <p:nvPr/>
        </p:nvSpPr>
        <p:spPr>
          <a:xfrm>
            <a:off x="25603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1" name="Shape 139"/>
          <p:cNvSpPr/>
          <p:nvPr/>
        </p:nvSpPr>
        <p:spPr>
          <a:xfrm>
            <a:off x="25603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2" name="Shape 140"/>
          <p:cNvSpPr/>
          <p:nvPr/>
        </p:nvSpPr>
        <p:spPr>
          <a:xfrm>
            <a:off x="25603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3" name="Shape 141"/>
          <p:cNvSpPr/>
          <p:nvPr/>
        </p:nvSpPr>
        <p:spPr>
          <a:xfrm>
            <a:off x="25603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4" name="Shape 142"/>
          <p:cNvSpPr/>
          <p:nvPr/>
        </p:nvSpPr>
        <p:spPr>
          <a:xfrm>
            <a:off x="25603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5" name="Shape 143"/>
          <p:cNvSpPr/>
          <p:nvPr/>
        </p:nvSpPr>
        <p:spPr>
          <a:xfrm>
            <a:off x="25603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6" name="Shape 144"/>
          <p:cNvSpPr/>
          <p:nvPr/>
        </p:nvSpPr>
        <p:spPr>
          <a:xfrm>
            <a:off x="25603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7" name="Shape 145"/>
          <p:cNvSpPr/>
          <p:nvPr/>
        </p:nvSpPr>
        <p:spPr>
          <a:xfrm>
            <a:off x="25603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8" name="Shape 146"/>
          <p:cNvSpPr/>
          <p:nvPr/>
        </p:nvSpPr>
        <p:spPr>
          <a:xfrm>
            <a:off x="25603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9" name="Shape 147"/>
          <p:cNvSpPr/>
          <p:nvPr/>
        </p:nvSpPr>
        <p:spPr>
          <a:xfrm>
            <a:off x="25603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0" name="Shape 148"/>
          <p:cNvSpPr/>
          <p:nvPr/>
        </p:nvSpPr>
        <p:spPr>
          <a:xfrm>
            <a:off x="25603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1" name="Shape 149"/>
          <p:cNvSpPr/>
          <p:nvPr/>
        </p:nvSpPr>
        <p:spPr>
          <a:xfrm>
            <a:off x="25603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2" name="Shape 150"/>
          <p:cNvSpPr/>
          <p:nvPr/>
        </p:nvSpPr>
        <p:spPr>
          <a:xfrm>
            <a:off x="25603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3" name="Shape 151"/>
          <p:cNvSpPr/>
          <p:nvPr/>
        </p:nvSpPr>
        <p:spPr>
          <a:xfrm>
            <a:off x="25603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4" name="Shape 152"/>
          <p:cNvSpPr/>
          <p:nvPr/>
        </p:nvSpPr>
        <p:spPr>
          <a:xfrm>
            <a:off x="25603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5" name="Shape 153"/>
          <p:cNvSpPr/>
          <p:nvPr/>
        </p:nvSpPr>
        <p:spPr>
          <a:xfrm>
            <a:off x="28803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6" name="Shape 154"/>
          <p:cNvSpPr/>
          <p:nvPr/>
        </p:nvSpPr>
        <p:spPr>
          <a:xfrm>
            <a:off x="28803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7" name="Shape 155"/>
          <p:cNvSpPr/>
          <p:nvPr/>
        </p:nvSpPr>
        <p:spPr>
          <a:xfrm>
            <a:off x="28803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8" name="Shape 156"/>
          <p:cNvSpPr/>
          <p:nvPr/>
        </p:nvSpPr>
        <p:spPr>
          <a:xfrm>
            <a:off x="28803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9" name="Shape 157"/>
          <p:cNvSpPr/>
          <p:nvPr/>
        </p:nvSpPr>
        <p:spPr>
          <a:xfrm>
            <a:off x="28803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0" name="Shape 158"/>
          <p:cNvSpPr/>
          <p:nvPr/>
        </p:nvSpPr>
        <p:spPr>
          <a:xfrm>
            <a:off x="28803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1" name="Shape 159"/>
          <p:cNvSpPr/>
          <p:nvPr/>
        </p:nvSpPr>
        <p:spPr>
          <a:xfrm>
            <a:off x="28803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2" name="Shape 160"/>
          <p:cNvSpPr/>
          <p:nvPr/>
        </p:nvSpPr>
        <p:spPr>
          <a:xfrm>
            <a:off x="28803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3" name="Shape 161"/>
          <p:cNvSpPr/>
          <p:nvPr/>
        </p:nvSpPr>
        <p:spPr>
          <a:xfrm>
            <a:off x="28803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4" name="Shape 162"/>
          <p:cNvSpPr/>
          <p:nvPr/>
        </p:nvSpPr>
        <p:spPr>
          <a:xfrm>
            <a:off x="28803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5" name="Shape 163"/>
          <p:cNvSpPr/>
          <p:nvPr/>
        </p:nvSpPr>
        <p:spPr>
          <a:xfrm>
            <a:off x="28803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6" name="Shape 164"/>
          <p:cNvSpPr/>
          <p:nvPr/>
        </p:nvSpPr>
        <p:spPr>
          <a:xfrm>
            <a:off x="28803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7" name="Shape 165"/>
          <p:cNvSpPr/>
          <p:nvPr/>
        </p:nvSpPr>
        <p:spPr>
          <a:xfrm>
            <a:off x="28803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8" name="Shape 166"/>
          <p:cNvSpPr/>
          <p:nvPr/>
        </p:nvSpPr>
        <p:spPr>
          <a:xfrm>
            <a:off x="28803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9" name="Shape 167"/>
          <p:cNvSpPr/>
          <p:nvPr/>
        </p:nvSpPr>
        <p:spPr>
          <a:xfrm>
            <a:off x="28803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0" name="Shape 168"/>
          <p:cNvSpPr/>
          <p:nvPr/>
        </p:nvSpPr>
        <p:spPr>
          <a:xfrm>
            <a:off x="28803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1" name="Shape 169"/>
          <p:cNvSpPr/>
          <p:nvPr/>
        </p:nvSpPr>
        <p:spPr>
          <a:xfrm>
            <a:off x="28803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2" name="Shape 170"/>
          <p:cNvSpPr/>
          <p:nvPr/>
        </p:nvSpPr>
        <p:spPr>
          <a:xfrm>
            <a:off x="32004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3" name="Shape 171"/>
          <p:cNvSpPr/>
          <p:nvPr/>
        </p:nvSpPr>
        <p:spPr>
          <a:xfrm>
            <a:off x="32004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4" name="Shape 172"/>
          <p:cNvSpPr/>
          <p:nvPr/>
        </p:nvSpPr>
        <p:spPr>
          <a:xfrm>
            <a:off x="32004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5" name="Shape 173"/>
          <p:cNvSpPr/>
          <p:nvPr/>
        </p:nvSpPr>
        <p:spPr>
          <a:xfrm>
            <a:off x="32004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6" name="Shape 174"/>
          <p:cNvSpPr/>
          <p:nvPr/>
        </p:nvSpPr>
        <p:spPr>
          <a:xfrm>
            <a:off x="32004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7" name="Shape 175"/>
          <p:cNvSpPr/>
          <p:nvPr/>
        </p:nvSpPr>
        <p:spPr>
          <a:xfrm>
            <a:off x="32004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8" name="Shape 176"/>
          <p:cNvSpPr/>
          <p:nvPr/>
        </p:nvSpPr>
        <p:spPr>
          <a:xfrm>
            <a:off x="32004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9" name="Shape 177"/>
          <p:cNvSpPr/>
          <p:nvPr/>
        </p:nvSpPr>
        <p:spPr>
          <a:xfrm>
            <a:off x="32004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0" name="Shape 178"/>
          <p:cNvSpPr/>
          <p:nvPr/>
        </p:nvSpPr>
        <p:spPr>
          <a:xfrm>
            <a:off x="32004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1" name="Shape 179"/>
          <p:cNvSpPr/>
          <p:nvPr/>
        </p:nvSpPr>
        <p:spPr>
          <a:xfrm>
            <a:off x="32004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2" name="Shape 180"/>
          <p:cNvSpPr/>
          <p:nvPr/>
        </p:nvSpPr>
        <p:spPr>
          <a:xfrm>
            <a:off x="32004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3" name="Shape 181"/>
          <p:cNvSpPr/>
          <p:nvPr/>
        </p:nvSpPr>
        <p:spPr>
          <a:xfrm>
            <a:off x="32004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4" name="Shape 182"/>
          <p:cNvSpPr/>
          <p:nvPr/>
        </p:nvSpPr>
        <p:spPr>
          <a:xfrm>
            <a:off x="32004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5" name="Shape 183"/>
          <p:cNvSpPr/>
          <p:nvPr/>
        </p:nvSpPr>
        <p:spPr>
          <a:xfrm>
            <a:off x="32004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6" name="Shape 184"/>
          <p:cNvSpPr/>
          <p:nvPr/>
        </p:nvSpPr>
        <p:spPr>
          <a:xfrm>
            <a:off x="32004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7" name="Shape 185"/>
          <p:cNvSpPr/>
          <p:nvPr/>
        </p:nvSpPr>
        <p:spPr>
          <a:xfrm>
            <a:off x="32004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8" name="Shape 186"/>
          <p:cNvSpPr/>
          <p:nvPr/>
        </p:nvSpPr>
        <p:spPr>
          <a:xfrm>
            <a:off x="32004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9" name="Shape 187"/>
          <p:cNvSpPr/>
          <p:nvPr/>
        </p:nvSpPr>
        <p:spPr>
          <a:xfrm>
            <a:off x="35204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0" name="Shape 188"/>
          <p:cNvSpPr/>
          <p:nvPr/>
        </p:nvSpPr>
        <p:spPr>
          <a:xfrm>
            <a:off x="35204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1" name="Shape 189"/>
          <p:cNvSpPr/>
          <p:nvPr/>
        </p:nvSpPr>
        <p:spPr>
          <a:xfrm>
            <a:off x="35204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2" name="Shape 190"/>
          <p:cNvSpPr/>
          <p:nvPr/>
        </p:nvSpPr>
        <p:spPr>
          <a:xfrm>
            <a:off x="35204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3" name="Shape 191"/>
          <p:cNvSpPr/>
          <p:nvPr/>
        </p:nvSpPr>
        <p:spPr>
          <a:xfrm>
            <a:off x="35204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4" name="Shape 192"/>
          <p:cNvSpPr/>
          <p:nvPr/>
        </p:nvSpPr>
        <p:spPr>
          <a:xfrm>
            <a:off x="35204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5" name="Shape 193"/>
          <p:cNvSpPr/>
          <p:nvPr/>
        </p:nvSpPr>
        <p:spPr>
          <a:xfrm>
            <a:off x="35204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6" name="Shape 194"/>
          <p:cNvSpPr/>
          <p:nvPr/>
        </p:nvSpPr>
        <p:spPr>
          <a:xfrm>
            <a:off x="35204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7" name="Shape 195"/>
          <p:cNvSpPr/>
          <p:nvPr/>
        </p:nvSpPr>
        <p:spPr>
          <a:xfrm>
            <a:off x="35204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8" name="Shape 196"/>
          <p:cNvSpPr/>
          <p:nvPr/>
        </p:nvSpPr>
        <p:spPr>
          <a:xfrm>
            <a:off x="35204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9" name="Shape 197"/>
          <p:cNvSpPr/>
          <p:nvPr/>
        </p:nvSpPr>
        <p:spPr>
          <a:xfrm>
            <a:off x="35204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0" name="Shape 198"/>
          <p:cNvSpPr/>
          <p:nvPr/>
        </p:nvSpPr>
        <p:spPr>
          <a:xfrm>
            <a:off x="35204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1" name="Shape 199"/>
          <p:cNvSpPr/>
          <p:nvPr/>
        </p:nvSpPr>
        <p:spPr>
          <a:xfrm>
            <a:off x="35204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2" name="Shape 200"/>
          <p:cNvSpPr/>
          <p:nvPr/>
        </p:nvSpPr>
        <p:spPr>
          <a:xfrm>
            <a:off x="35204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3" name="Shape 201"/>
          <p:cNvSpPr/>
          <p:nvPr/>
        </p:nvSpPr>
        <p:spPr>
          <a:xfrm>
            <a:off x="35204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4" name="Shape 202"/>
          <p:cNvSpPr/>
          <p:nvPr/>
        </p:nvSpPr>
        <p:spPr>
          <a:xfrm>
            <a:off x="35204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5" name="Shape 203"/>
          <p:cNvSpPr/>
          <p:nvPr/>
        </p:nvSpPr>
        <p:spPr>
          <a:xfrm>
            <a:off x="35204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6" name="Shape 204"/>
          <p:cNvSpPr/>
          <p:nvPr/>
        </p:nvSpPr>
        <p:spPr>
          <a:xfrm>
            <a:off x="38404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7" name="Shape 205"/>
          <p:cNvSpPr/>
          <p:nvPr/>
        </p:nvSpPr>
        <p:spPr>
          <a:xfrm>
            <a:off x="38404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8" name="Shape 206"/>
          <p:cNvSpPr/>
          <p:nvPr/>
        </p:nvSpPr>
        <p:spPr>
          <a:xfrm>
            <a:off x="38404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9" name="Shape 207"/>
          <p:cNvSpPr/>
          <p:nvPr/>
        </p:nvSpPr>
        <p:spPr>
          <a:xfrm>
            <a:off x="38404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0" name="Shape 208"/>
          <p:cNvSpPr/>
          <p:nvPr/>
        </p:nvSpPr>
        <p:spPr>
          <a:xfrm>
            <a:off x="38404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1" name="Shape 209"/>
          <p:cNvSpPr/>
          <p:nvPr/>
        </p:nvSpPr>
        <p:spPr>
          <a:xfrm>
            <a:off x="38404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2" name="Shape 210"/>
          <p:cNvSpPr/>
          <p:nvPr/>
        </p:nvSpPr>
        <p:spPr>
          <a:xfrm>
            <a:off x="38404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3" name="Shape 211"/>
          <p:cNvSpPr/>
          <p:nvPr/>
        </p:nvSpPr>
        <p:spPr>
          <a:xfrm>
            <a:off x="38404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4" name="Shape 212"/>
          <p:cNvSpPr/>
          <p:nvPr/>
        </p:nvSpPr>
        <p:spPr>
          <a:xfrm>
            <a:off x="38404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5" name="Shape 213"/>
          <p:cNvSpPr/>
          <p:nvPr/>
        </p:nvSpPr>
        <p:spPr>
          <a:xfrm>
            <a:off x="38404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6" name="Shape 214"/>
          <p:cNvSpPr/>
          <p:nvPr/>
        </p:nvSpPr>
        <p:spPr>
          <a:xfrm>
            <a:off x="38404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7" name="Shape 215"/>
          <p:cNvSpPr/>
          <p:nvPr/>
        </p:nvSpPr>
        <p:spPr>
          <a:xfrm>
            <a:off x="38404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8" name="Shape 216"/>
          <p:cNvSpPr/>
          <p:nvPr/>
        </p:nvSpPr>
        <p:spPr>
          <a:xfrm>
            <a:off x="38404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9" name="Shape 217"/>
          <p:cNvSpPr/>
          <p:nvPr/>
        </p:nvSpPr>
        <p:spPr>
          <a:xfrm>
            <a:off x="38404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0" name="Shape 218"/>
          <p:cNvSpPr/>
          <p:nvPr/>
        </p:nvSpPr>
        <p:spPr>
          <a:xfrm>
            <a:off x="38404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1" name="Shape 219"/>
          <p:cNvSpPr/>
          <p:nvPr/>
        </p:nvSpPr>
        <p:spPr>
          <a:xfrm>
            <a:off x="38404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2" name="Shape 220"/>
          <p:cNvSpPr/>
          <p:nvPr/>
        </p:nvSpPr>
        <p:spPr>
          <a:xfrm>
            <a:off x="38404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3" name="Shape 221"/>
          <p:cNvSpPr/>
          <p:nvPr/>
        </p:nvSpPr>
        <p:spPr>
          <a:xfrm>
            <a:off x="41605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4" name="Shape 222"/>
          <p:cNvSpPr/>
          <p:nvPr/>
        </p:nvSpPr>
        <p:spPr>
          <a:xfrm>
            <a:off x="41605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5" name="Shape 223"/>
          <p:cNvSpPr/>
          <p:nvPr/>
        </p:nvSpPr>
        <p:spPr>
          <a:xfrm>
            <a:off x="41605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6" name="Shape 224"/>
          <p:cNvSpPr/>
          <p:nvPr/>
        </p:nvSpPr>
        <p:spPr>
          <a:xfrm>
            <a:off x="41605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7" name="Shape 225"/>
          <p:cNvSpPr/>
          <p:nvPr/>
        </p:nvSpPr>
        <p:spPr>
          <a:xfrm>
            <a:off x="41605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8" name="Shape 226"/>
          <p:cNvSpPr/>
          <p:nvPr/>
        </p:nvSpPr>
        <p:spPr>
          <a:xfrm>
            <a:off x="41605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9" name="Shape 227"/>
          <p:cNvSpPr/>
          <p:nvPr/>
        </p:nvSpPr>
        <p:spPr>
          <a:xfrm>
            <a:off x="41605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0" name="Shape 228"/>
          <p:cNvSpPr/>
          <p:nvPr/>
        </p:nvSpPr>
        <p:spPr>
          <a:xfrm>
            <a:off x="41605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1" name="Shape 229"/>
          <p:cNvSpPr/>
          <p:nvPr/>
        </p:nvSpPr>
        <p:spPr>
          <a:xfrm>
            <a:off x="41605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2" name="Shape 230"/>
          <p:cNvSpPr/>
          <p:nvPr/>
        </p:nvSpPr>
        <p:spPr>
          <a:xfrm>
            <a:off x="41605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3" name="Shape 231"/>
          <p:cNvSpPr/>
          <p:nvPr/>
        </p:nvSpPr>
        <p:spPr>
          <a:xfrm>
            <a:off x="41605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4" name="Shape 232"/>
          <p:cNvSpPr/>
          <p:nvPr/>
        </p:nvSpPr>
        <p:spPr>
          <a:xfrm>
            <a:off x="41605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5" name="Shape 233"/>
          <p:cNvSpPr/>
          <p:nvPr/>
        </p:nvSpPr>
        <p:spPr>
          <a:xfrm>
            <a:off x="41605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6" name="Shape 234"/>
          <p:cNvSpPr/>
          <p:nvPr/>
        </p:nvSpPr>
        <p:spPr>
          <a:xfrm>
            <a:off x="41605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7" name="Shape 235"/>
          <p:cNvSpPr/>
          <p:nvPr/>
        </p:nvSpPr>
        <p:spPr>
          <a:xfrm>
            <a:off x="41605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8" name="Shape 236"/>
          <p:cNvSpPr/>
          <p:nvPr/>
        </p:nvSpPr>
        <p:spPr>
          <a:xfrm>
            <a:off x="41605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9" name="Shape 237"/>
          <p:cNvSpPr/>
          <p:nvPr/>
        </p:nvSpPr>
        <p:spPr>
          <a:xfrm>
            <a:off x="41605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0" name="Shape 238"/>
          <p:cNvSpPr/>
          <p:nvPr/>
        </p:nvSpPr>
        <p:spPr>
          <a:xfrm>
            <a:off x="44805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1" name="Shape 239"/>
          <p:cNvSpPr/>
          <p:nvPr/>
        </p:nvSpPr>
        <p:spPr>
          <a:xfrm>
            <a:off x="44805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2" name="Shape 240"/>
          <p:cNvSpPr/>
          <p:nvPr/>
        </p:nvSpPr>
        <p:spPr>
          <a:xfrm>
            <a:off x="44805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3" name="Shape 241"/>
          <p:cNvSpPr/>
          <p:nvPr/>
        </p:nvSpPr>
        <p:spPr>
          <a:xfrm>
            <a:off x="44805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4" name="Shape 242"/>
          <p:cNvSpPr/>
          <p:nvPr/>
        </p:nvSpPr>
        <p:spPr>
          <a:xfrm>
            <a:off x="44805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5" name="Shape 243"/>
          <p:cNvSpPr/>
          <p:nvPr/>
        </p:nvSpPr>
        <p:spPr>
          <a:xfrm>
            <a:off x="44805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6" name="Shape 244"/>
          <p:cNvSpPr/>
          <p:nvPr/>
        </p:nvSpPr>
        <p:spPr>
          <a:xfrm>
            <a:off x="44805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7" name="Shape 245"/>
          <p:cNvSpPr/>
          <p:nvPr/>
        </p:nvSpPr>
        <p:spPr>
          <a:xfrm>
            <a:off x="44805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8" name="Shape 246"/>
          <p:cNvSpPr/>
          <p:nvPr/>
        </p:nvSpPr>
        <p:spPr>
          <a:xfrm>
            <a:off x="44805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9" name="Shape 247"/>
          <p:cNvSpPr/>
          <p:nvPr/>
        </p:nvSpPr>
        <p:spPr>
          <a:xfrm>
            <a:off x="44805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0" name="Shape 248"/>
          <p:cNvSpPr/>
          <p:nvPr/>
        </p:nvSpPr>
        <p:spPr>
          <a:xfrm>
            <a:off x="44805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1" name="Shape 249"/>
          <p:cNvSpPr/>
          <p:nvPr/>
        </p:nvSpPr>
        <p:spPr>
          <a:xfrm>
            <a:off x="44805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2" name="Shape 250"/>
          <p:cNvSpPr/>
          <p:nvPr/>
        </p:nvSpPr>
        <p:spPr>
          <a:xfrm>
            <a:off x="44805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3" name="Shape 251"/>
          <p:cNvSpPr/>
          <p:nvPr/>
        </p:nvSpPr>
        <p:spPr>
          <a:xfrm>
            <a:off x="44805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4" name="Shape 252"/>
          <p:cNvSpPr/>
          <p:nvPr/>
        </p:nvSpPr>
        <p:spPr>
          <a:xfrm>
            <a:off x="44805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5" name="Shape 253"/>
          <p:cNvSpPr/>
          <p:nvPr/>
        </p:nvSpPr>
        <p:spPr>
          <a:xfrm>
            <a:off x="44805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6" name="Shape 254"/>
          <p:cNvSpPr/>
          <p:nvPr/>
        </p:nvSpPr>
        <p:spPr>
          <a:xfrm>
            <a:off x="44805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7" name="Shape 255"/>
          <p:cNvSpPr/>
          <p:nvPr/>
        </p:nvSpPr>
        <p:spPr>
          <a:xfrm>
            <a:off x="48006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8" name="Shape 256"/>
          <p:cNvSpPr/>
          <p:nvPr/>
        </p:nvSpPr>
        <p:spPr>
          <a:xfrm>
            <a:off x="48006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9" name="Shape 257"/>
          <p:cNvSpPr/>
          <p:nvPr/>
        </p:nvSpPr>
        <p:spPr>
          <a:xfrm>
            <a:off x="48006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0" name="Shape 258"/>
          <p:cNvSpPr/>
          <p:nvPr/>
        </p:nvSpPr>
        <p:spPr>
          <a:xfrm>
            <a:off x="48006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1" name="Shape 259"/>
          <p:cNvSpPr/>
          <p:nvPr/>
        </p:nvSpPr>
        <p:spPr>
          <a:xfrm>
            <a:off x="48006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2" name="Shape 260"/>
          <p:cNvSpPr/>
          <p:nvPr/>
        </p:nvSpPr>
        <p:spPr>
          <a:xfrm>
            <a:off x="48006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3" name="Shape 261"/>
          <p:cNvSpPr/>
          <p:nvPr/>
        </p:nvSpPr>
        <p:spPr>
          <a:xfrm>
            <a:off x="48006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4" name="Shape 262"/>
          <p:cNvSpPr/>
          <p:nvPr/>
        </p:nvSpPr>
        <p:spPr>
          <a:xfrm>
            <a:off x="48006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5" name="Shape 263"/>
          <p:cNvSpPr/>
          <p:nvPr/>
        </p:nvSpPr>
        <p:spPr>
          <a:xfrm>
            <a:off x="48006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6" name="Shape 264"/>
          <p:cNvSpPr/>
          <p:nvPr/>
        </p:nvSpPr>
        <p:spPr>
          <a:xfrm>
            <a:off x="48006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7" name="Shape 265"/>
          <p:cNvSpPr/>
          <p:nvPr/>
        </p:nvSpPr>
        <p:spPr>
          <a:xfrm>
            <a:off x="48006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8" name="Shape 266"/>
          <p:cNvSpPr/>
          <p:nvPr/>
        </p:nvSpPr>
        <p:spPr>
          <a:xfrm>
            <a:off x="48006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9" name="Shape 267"/>
          <p:cNvSpPr/>
          <p:nvPr/>
        </p:nvSpPr>
        <p:spPr>
          <a:xfrm>
            <a:off x="48006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0" name="Shape 268"/>
          <p:cNvSpPr/>
          <p:nvPr/>
        </p:nvSpPr>
        <p:spPr>
          <a:xfrm>
            <a:off x="48006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1" name="Shape 269"/>
          <p:cNvSpPr/>
          <p:nvPr/>
        </p:nvSpPr>
        <p:spPr>
          <a:xfrm>
            <a:off x="48006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2" name="Shape 270"/>
          <p:cNvSpPr/>
          <p:nvPr/>
        </p:nvSpPr>
        <p:spPr>
          <a:xfrm>
            <a:off x="48006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3" name="Shape 271"/>
          <p:cNvSpPr/>
          <p:nvPr/>
        </p:nvSpPr>
        <p:spPr>
          <a:xfrm>
            <a:off x="48006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4" name="Shape 272"/>
          <p:cNvSpPr/>
          <p:nvPr/>
        </p:nvSpPr>
        <p:spPr>
          <a:xfrm>
            <a:off x="51206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5" name="Shape 273"/>
          <p:cNvSpPr/>
          <p:nvPr/>
        </p:nvSpPr>
        <p:spPr>
          <a:xfrm>
            <a:off x="51206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6" name="Shape 274"/>
          <p:cNvSpPr/>
          <p:nvPr/>
        </p:nvSpPr>
        <p:spPr>
          <a:xfrm>
            <a:off x="51206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7" name="Shape 275"/>
          <p:cNvSpPr/>
          <p:nvPr/>
        </p:nvSpPr>
        <p:spPr>
          <a:xfrm>
            <a:off x="51206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8" name="Shape 276"/>
          <p:cNvSpPr/>
          <p:nvPr/>
        </p:nvSpPr>
        <p:spPr>
          <a:xfrm>
            <a:off x="51206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9" name="Shape 277"/>
          <p:cNvSpPr/>
          <p:nvPr/>
        </p:nvSpPr>
        <p:spPr>
          <a:xfrm>
            <a:off x="51206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0" name="Shape 278"/>
          <p:cNvSpPr/>
          <p:nvPr/>
        </p:nvSpPr>
        <p:spPr>
          <a:xfrm>
            <a:off x="51206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1" name="Shape 279"/>
          <p:cNvSpPr/>
          <p:nvPr/>
        </p:nvSpPr>
        <p:spPr>
          <a:xfrm>
            <a:off x="51206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2" name="Shape 280"/>
          <p:cNvSpPr/>
          <p:nvPr/>
        </p:nvSpPr>
        <p:spPr>
          <a:xfrm>
            <a:off x="51206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3" name="Shape 281"/>
          <p:cNvSpPr/>
          <p:nvPr/>
        </p:nvSpPr>
        <p:spPr>
          <a:xfrm>
            <a:off x="51206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4" name="Shape 282"/>
          <p:cNvSpPr/>
          <p:nvPr/>
        </p:nvSpPr>
        <p:spPr>
          <a:xfrm>
            <a:off x="51206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5" name="Shape 283"/>
          <p:cNvSpPr/>
          <p:nvPr/>
        </p:nvSpPr>
        <p:spPr>
          <a:xfrm>
            <a:off x="51206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6" name="Shape 284"/>
          <p:cNvSpPr/>
          <p:nvPr/>
        </p:nvSpPr>
        <p:spPr>
          <a:xfrm>
            <a:off x="51206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7" name="Shape 285"/>
          <p:cNvSpPr/>
          <p:nvPr/>
        </p:nvSpPr>
        <p:spPr>
          <a:xfrm>
            <a:off x="51206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8" name="Shape 286"/>
          <p:cNvSpPr/>
          <p:nvPr/>
        </p:nvSpPr>
        <p:spPr>
          <a:xfrm>
            <a:off x="51206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9" name="Shape 287"/>
          <p:cNvSpPr/>
          <p:nvPr/>
        </p:nvSpPr>
        <p:spPr>
          <a:xfrm>
            <a:off x="51206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0" name="Shape 288"/>
          <p:cNvSpPr/>
          <p:nvPr/>
        </p:nvSpPr>
        <p:spPr>
          <a:xfrm>
            <a:off x="51206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1" name="Shape 289"/>
          <p:cNvSpPr/>
          <p:nvPr/>
        </p:nvSpPr>
        <p:spPr>
          <a:xfrm>
            <a:off x="54406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2" name="Shape 290"/>
          <p:cNvSpPr/>
          <p:nvPr/>
        </p:nvSpPr>
        <p:spPr>
          <a:xfrm>
            <a:off x="54406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3" name="Shape 291"/>
          <p:cNvSpPr/>
          <p:nvPr/>
        </p:nvSpPr>
        <p:spPr>
          <a:xfrm>
            <a:off x="54406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4" name="Shape 292"/>
          <p:cNvSpPr/>
          <p:nvPr/>
        </p:nvSpPr>
        <p:spPr>
          <a:xfrm>
            <a:off x="54406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5" name="Shape 293"/>
          <p:cNvSpPr/>
          <p:nvPr/>
        </p:nvSpPr>
        <p:spPr>
          <a:xfrm>
            <a:off x="54406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6" name="Shape 294"/>
          <p:cNvSpPr/>
          <p:nvPr/>
        </p:nvSpPr>
        <p:spPr>
          <a:xfrm>
            <a:off x="54406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7" name="Shape 295"/>
          <p:cNvSpPr/>
          <p:nvPr/>
        </p:nvSpPr>
        <p:spPr>
          <a:xfrm>
            <a:off x="54406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8" name="Shape 296"/>
          <p:cNvSpPr/>
          <p:nvPr/>
        </p:nvSpPr>
        <p:spPr>
          <a:xfrm>
            <a:off x="54406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9" name="Shape 297"/>
          <p:cNvSpPr/>
          <p:nvPr/>
        </p:nvSpPr>
        <p:spPr>
          <a:xfrm>
            <a:off x="54406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0" name="Shape 298"/>
          <p:cNvSpPr/>
          <p:nvPr/>
        </p:nvSpPr>
        <p:spPr>
          <a:xfrm>
            <a:off x="54406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1" name="Shape 299"/>
          <p:cNvSpPr/>
          <p:nvPr/>
        </p:nvSpPr>
        <p:spPr>
          <a:xfrm>
            <a:off x="54406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2" name="Shape 300"/>
          <p:cNvSpPr/>
          <p:nvPr/>
        </p:nvSpPr>
        <p:spPr>
          <a:xfrm>
            <a:off x="54406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3" name="Shape 301"/>
          <p:cNvSpPr/>
          <p:nvPr/>
        </p:nvSpPr>
        <p:spPr>
          <a:xfrm>
            <a:off x="54406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4" name="Shape 302"/>
          <p:cNvSpPr/>
          <p:nvPr/>
        </p:nvSpPr>
        <p:spPr>
          <a:xfrm>
            <a:off x="54406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5" name="Shape 303"/>
          <p:cNvSpPr/>
          <p:nvPr/>
        </p:nvSpPr>
        <p:spPr>
          <a:xfrm>
            <a:off x="54406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6" name="Shape 304"/>
          <p:cNvSpPr/>
          <p:nvPr/>
        </p:nvSpPr>
        <p:spPr>
          <a:xfrm>
            <a:off x="54406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7" name="Shape 305"/>
          <p:cNvSpPr/>
          <p:nvPr/>
        </p:nvSpPr>
        <p:spPr>
          <a:xfrm>
            <a:off x="54406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8" name="Shape 306"/>
          <p:cNvSpPr/>
          <p:nvPr/>
        </p:nvSpPr>
        <p:spPr>
          <a:xfrm>
            <a:off x="57607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9" name="Shape 307"/>
          <p:cNvSpPr/>
          <p:nvPr/>
        </p:nvSpPr>
        <p:spPr>
          <a:xfrm>
            <a:off x="57607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0" name="Shape 308"/>
          <p:cNvSpPr/>
          <p:nvPr/>
        </p:nvSpPr>
        <p:spPr>
          <a:xfrm>
            <a:off x="57607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1" name="Shape 309"/>
          <p:cNvSpPr/>
          <p:nvPr/>
        </p:nvSpPr>
        <p:spPr>
          <a:xfrm>
            <a:off x="57607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2" name="Shape 310"/>
          <p:cNvSpPr/>
          <p:nvPr/>
        </p:nvSpPr>
        <p:spPr>
          <a:xfrm>
            <a:off x="57607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3" name="Shape 311"/>
          <p:cNvSpPr/>
          <p:nvPr/>
        </p:nvSpPr>
        <p:spPr>
          <a:xfrm>
            <a:off x="57607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4" name="Shape 312"/>
          <p:cNvSpPr/>
          <p:nvPr/>
        </p:nvSpPr>
        <p:spPr>
          <a:xfrm>
            <a:off x="57607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5" name="Shape 313"/>
          <p:cNvSpPr/>
          <p:nvPr/>
        </p:nvSpPr>
        <p:spPr>
          <a:xfrm>
            <a:off x="57607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6" name="Shape 314"/>
          <p:cNvSpPr/>
          <p:nvPr/>
        </p:nvSpPr>
        <p:spPr>
          <a:xfrm>
            <a:off x="57607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7" name="Shape 315"/>
          <p:cNvSpPr/>
          <p:nvPr/>
        </p:nvSpPr>
        <p:spPr>
          <a:xfrm>
            <a:off x="57607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8" name="Shape 316"/>
          <p:cNvSpPr/>
          <p:nvPr/>
        </p:nvSpPr>
        <p:spPr>
          <a:xfrm>
            <a:off x="57607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9" name="Shape 317"/>
          <p:cNvSpPr/>
          <p:nvPr/>
        </p:nvSpPr>
        <p:spPr>
          <a:xfrm>
            <a:off x="57607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0" name="Shape 318"/>
          <p:cNvSpPr/>
          <p:nvPr/>
        </p:nvSpPr>
        <p:spPr>
          <a:xfrm>
            <a:off x="57607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1" name="Shape 319"/>
          <p:cNvSpPr/>
          <p:nvPr/>
        </p:nvSpPr>
        <p:spPr>
          <a:xfrm>
            <a:off x="57607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2" name="Shape 320"/>
          <p:cNvSpPr/>
          <p:nvPr/>
        </p:nvSpPr>
        <p:spPr>
          <a:xfrm>
            <a:off x="57607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3" name="Shape 321"/>
          <p:cNvSpPr/>
          <p:nvPr/>
        </p:nvSpPr>
        <p:spPr>
          <a:xfrm>
            <a:off x="57607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4" name="Shape 322"/>
          <p:cNvSpPr/>
          <p:nvPr/>
        </p:nvSpPr>
        <p:spPr>
          <a:xfrm>
            <a:off x="57607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5" name="Shape 323"/>
          <p:cNvSpPr/>
          <p:nvPr/>
        </p:nvSpPr>
        <p:spPr>
          <a:xfrm>
            <a:off x="60807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6" name="Shape 324"/>
          <p:cNvSpPr/>
          <p:nvPr/>
        </p:nvSpPr>
        <p:spPr>
          <a:xfrm>
            <a:off x="60807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7" name="Shape 325"/>
          <p:cNvSpPr/>
          <p:nvPr/>
        </p:nvSpPr>
        <p:spPr>
          <a:xfrm>
            <a:off x="60807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8" name="Shape 326"/>
          <p:cNvSpPr/>
          <p:nvPr/>
        </p:nvSpPr>
        <p:spPr>
          <a:xfrm>
            <a:off x="60807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9" name="Shape 327"/>
          <p:cNvSpPr/>
          <p:nvPr/>
        </p:nvSpPr>
        <p:spPr>
          <a:xfrm>
            <a:off x="60807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0" name="Shape 328"/>
          <p:cNvSpPr/>
          <p:nvPr/>
        </p:nvSpPr>
        <p:spPr>
          <a:xfrm>
            <a:off x="60807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1" name="Shape 329"/>
          <p:cNvSpPr/>
          <p:nvPr/>
        </p:nvSpPr>
        <p:spPr>
          <a:xfrm>
            <a:off x="60807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2" name="Shape 330"/>
          <p:cNvSpPr/>
          <p:nvPr/>
        </p:nvSpPr>
        <p:spPr>
          <a:xfrm>
            <a:off x="60807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3" name="Shape 331"/>
          <p:cNvSpPr/>
          <p:nvPr/>
        </p:nvSpPr>
        <p:spPr>
          <a:xfrm>
            <a:off x="60807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4" name="Shape 332"/>
          <p:cNvSpPr/>
          <p:nvPr/>
        </p:nvSpPr>
        <p:spPr>
          <a:xfrm>
            <a:off x="60807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5" name="Shape 333"/>
          <p:cNvSpPr/>
          <p:nvPr/>
        </p:nvSpPr>
        <p:spPr>
          <a:xfrm>
            <a:off x="60807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6" name="Shape 334"/>
          <p:cNvSpPr/>
          <p:nvPr/>
        </p:nvSpPr>
        <p:spPr>
          <a:xfrm>
            <a:off x="60807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7" name="Shape 335"/>
          <p:cNvSpPr/>
          <p:nvPr/>
        </p:nvSpPr>
        <p:spPr>
          <a:xfrm>
            <a:off x="60807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8" name="Shape 336"/>
          <p:cNvSpPr/>
          <p:nvPr/>
        </p:nvSpPr>
        <p:spPr>
          <a:xfrm>
            <a:off x="60807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9" name="Shape 337"/>
          <p:cNvSpPr/>
          <p:nvPr/>
        </p:nvSpPr>
        <p:spPr>
          <a:xfrm>
            <a:off x="60807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0" name="Shape 338"/>
          <p:cNvSpPr/>
          <p:nvPr/>
        </p:nvSpPr>
        <p:spPr>
          <a:xfrm>
            <a:off x="60807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1" name="Shape 339"/>
          <p:cNvSpPr/>
          <p:nvPr/>
        </p:nvSpPr>
        <p:spPr>
          <a:xfrm>
            <a:off x="60807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2" name="Shape 340"/>
          <p:cNvSpPr/>
          <p:nvPr/>
        </p:nvSpPr>
        <p:spPr>
          <a:xfrm>
            <a:off x="64008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3" name="Shape 341"/>
          <p:cNvSpPr/>
          <p:nvPr/>
        </p:nvSpPr>
        <p:spPr>
          <a:xfrm>
            <a:off x="64008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4" name="Shape 342"/>
          <p:cNvSpPr/>
          <p:nvPr/>
        </p:nvSpPr>
        <p:spPr>
          <a:xfrm>
            <a:off x="64008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5" name="Shape 343"/>
          <p:cNvSpPr/>
          <p:nvPr/>
        </p:nvSpPr>
        <p:spPr>
          <a:xfrm>
            <a:off x="64008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6" name="Shape 344"/>
          <p:cNvSpPr/>
          <p:nvPr/>
        </p:nvSpPr>
        <p:spPr>
          <a:xfrm>
            <a:off x="64008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7" name="Shape 345"/>
          <p:cNvSpPr/>
          <p:nvPr/>
        </p:nvSpPr>
        <p:spPr>
          <a:xfrm>
            <a:off x="64008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8" name="Shape 346"/>
          <p:cNvSpPr/>
          <p:nvPr/>
        </p:nvSpPr>
        <p:spPr>
          <a:xfrm>
            <a:off x="64008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9" name="Shape 347"/>
          <p:cNvSpPr/>
          <p:nvPr/>
        </p:nvSpPr>
        <p:spPr>
          <a:xfrm>
            <a:off x="64008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0" name="Shape 348"/>
          <p:cNvSpPr/>
          <p:nvPr/>
        </p:nvSpPr>
        <p:spPr>
          <a:xfrm>
            <a:off x="64008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1" name="Shape 349"/>
          <p:cNvSpPr/>
          <p:nvPr/>
        </p:nvSpPr>
        <p:spPr>
          <a:xfrm>
            <a:off x="64008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2" name="Shape 350"/>
          <p:cNvSpPr/>
          <p:nvPr/>
        </p:nvSpPr>
        <p:spPr>
          <a:xfrm>
            <a:off x="64008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3" name="Shape 351"/>
          <p:cNvSpPr/>
          <p:nvPr/>
        </p:nvSpPr>
        <p:spPr>
          <a:xfrm>
            <a:off x="64008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4" name="Shape 352"/>
          <p:cNvSpPr/>
          <p:nvPr/>
        </p:nvSpPr>
        <p:spPr>
          <a:xfrm>
            <a:off x="64008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5" name="Shape 353"/>
          <p:cNvSpPr/>
          <p:nvPr/>
        </p:nvSpPr>
        <p:spPr>
          <a:xfrm>
            <a:off x="64008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6" name="Shape 354"/>
          <p:cNvSpPr/>
          <p:nvPr/>
        </p:nvSpPr>
        <p:spPr>
          <a:xfrm>
            <a:off x="64008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7" name="Shape 355"/>
          <p:cNvSpPr/>
          <p:nvPr/>
        </p:nvSpPr>
        <p:spPr>
          <a:xfrm>
            <a:off x="64008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8" name="Shape 356"/>
          <p:cNvSpPr/>
          <p:nvPr/>
        </p:nvSpPr>
        <p:spPr>
          <a:xfrm>
            <a:off x="64008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9" name="Shape 357"/>
          <p:cNvSpPr/>
          <p:nvPr/>
        </p:nvSpPr>
        <p:spPr>
          <a:xfrm>
            <a:off x="67208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0" name="Shape 358"/>
          <p:cNvSpPr/>
          <p:nvPr/>
        </p:nvSpPr>
        <p:spPr>
          <a:xfrm>
            <a:off x="67208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1" name="Shape 359"/>
          <p:cNvSpPr/>
          <p:nvPr/>
        </p:nvSpPr>
        <p:spPr>
          <a:xfrm>
            <a:off x="67208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2" name="Shape 360"/>
          <p:cNvSpPr/>
          <p:nvPr/>
        </p:nvSpPr>
        <p:spPr>
          <a:xfrm>
            <a:off x="67208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3" name="Shape 361"/>
          <p:cNvSpPr/>
          <p:nvPr/>
        </p:nvSpPr>
        <p:spPr>
          <a:xfrm>
            <a:off x="67208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4" name="Shape 362"/>
          <p:cNvSpPr/>
          <p:nvPr/>
        </p:nvSpPr>
        <p:spPr>
          <a:xfrm>
            <a:off x="67208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5" name="Shape 363"/>
          <p:cNvSpPr/>
          <p:nvPr/>
        </p:nvSpPr>
        <p:spPr>
          <a:xfrm>
            <a:off x="67208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6" name="Shape 364"/>
          <p:cNvSpPr/>
          <p:nvPr/>
        </p:nvSpPr>
        <p:spPr>
          <a:xfrm>
            <a:off x="67208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7" name="Shape 365"/>
          <p:cNvSpPr/>
          <p:nvPr/>
        </p:nvSpPr>
        <p:spPr>
          <a:xfrm>
            <a:off x="67208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8" name="Shape 366"/>
          <p:cNvSpPr/>
          <p:nvPr/>
        </p:nvSpPr>
        <p:spPr>
          <a:xfrm>
            <a:off x="67208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9" name="Shape 367"/>
          <p:cNvSpPr/>
          <p:nvPr/>
        </p:nvSpPr>
        <p:spPr>
          <a:xfrm>
            <a:off x="67208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0" name="Shape 368"/>
          <p:cNvSpPr/>
          <p:nvPr/>
        </p:nvSpPr>
        <p:spPr>
          <a:xfrm>
            <a:off x="67208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1" name="Shape 369"/>
          <p:cNvSpPr/>
          <p:nvPr/>
        </p:nvSpPr>
        <p:spPr>
          <a:xfrm>
            <a:off x="67208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2" name="Shape 370"/>
          <p:cNvSpPr/>
          <p:nvPr/>
        </p:nvSpPr>
        <p:spPr>
          <a:xfrm>
            <a:off x="67208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3" name="Shape 371"/>
          <p:cNvSpPr/>
          <p:nvPr/>
        </p:nvSpPr>
        <p:spPr>
          <a:xfrm>
            <a:off x="67208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4" name="Shape 372"/>
          <p:cNvSpPr/>
          <p:nvPr/>
        </p:nvSpPr>
        <p:spPr>
          <a:xfrm>
            <a:off x="67208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5" name="Shape 373"/>
          <p:cNvSpPr/>
          <p:nvPr/>
        </p:nvSpPr>
        <p:spPr>
          <a:xfrm>
            <a:off x="67208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6" name="Shape 374"/>
          <p:cNvSpPr/>
          <p:nvPr/>
        </p:nvSpPr>
        <p:spPr>
          <a:xfrm>
            <a:off x="70408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7" name="Shape 375"/>
          <p:cNvSpPr/>
          <p:nvPr/>
        </p:nvSpPr>
        <p:spPr>
          <a:xfrm>
            <a:off x="70408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8" name="Shape 376"/>
          <p:cNvSpPr/>
          <p:nvPr/>
        </p:nvSpPr>
        <p:spPr>
          <a:xfrm>
            <a:off x="70408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9" name="Shape 377"/>
          <p:cNvSpPr/>
          <p:nvPr/>
        </p:nvSpPr>
        <p:spPr>
          <a:xfrm>
            <a:off x="70408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0" name="Shape 378"/>
          <p:cNvSpPr/>
          <p:nvPr/>
        </p:nvSpPr>
        <p:spPr>
          <a:xfrm>
            <a:off x="70408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1" name="Shape 379"/>
          <p:cNvSpPr/>
          <p:nvPr/>
        </p:nvSpPr>
        <p:spPr>
          <a:xfrm>
            <a:off x="70408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2" name="Shape 380"/>
          <p:cNvSpPr/>
          <p:nvPr/>
        </p:nvSpPr>
        <p:spPr>
          <a:xfrm>
            <a:off x="70408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3" name="Shape 381"/>
          <p:cNvSpPr/>
          <p:nvPr/>
        </p:nvSpPr>
        <p:spPr>
          <a:xfrm>
            <a:off x="70408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4" name="Shape 382"/>
          <p:cNvSpPr/>
          <p:nvPr/>
        </p:nvSpPr>
        <p:spPr>
          <a:xfrm>
            <a:off x="70408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5" name="Shape 383"/>
          <p:cNvSpPr/>
          <p:nvPr/>
        </p:nvSpPr>
        <p:spPr>
          <a:xfrm>
            <a:off x="70408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6" name="Shape 384"/>
          <p:cNvSpPr/>
          <p:nvPr/>
        </p:nvSpPr>
        <p:spPr>
          <a:xfrm>
            <a:off x="70408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7" name="Shape 385"/>
          <p:cNvSpPr/>
          <p:nvPr/>
        </p:nvSpPr>
        <p:spPr>
          <a:xfrm>
            <a:off x="70408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8" name="Shape 386"/>
          <p:cNvSpPr/>
          <p:nvPr/>
        </p:nvSpPr>
        <p:spPr>
          <a:xfrm>
            <a:off x="70408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9" name="Shape 387"/>
          <p:cNvSpPr/>
          <p:nvPr/>
        </p:nvSpPr>
        <p:spPr>
          <a:xfrm>
            <a:off x="70408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0" name="Shape 388"/>
          <p:cNvSpPr/>
          <p:nvPr/>
        </p:nvSpPr>
        <p:spPr>
          <a:xfrm>
            <a:off x="70408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1" name="Shape 389"/>
          <p:cNvSpPr/>
          <p:nvPr/>
        </p:nvSpPr>
        <p:spPr>
          <a:xfrm>
            <a:off x="70408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2" name="Shape 390"/>
          <p:cNvSpPr/>
          <p:nvPr/>
        </p:nvSpPr>
        <p:spPr>
          <a:xfrm>
            <a:off x="70408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3" name="Shape 391"/>
          <p:cNvSpPr/>
          <p:nvPr/>
        </p:nvSpPr>
        <p:spPr>
          <a:xfrm>
            <a:off x="73609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4" name="Shape 392"/>
          <p:cNvSpPr/>
          <p:nvPr/>
        </p:nvSpPr>
        <p:spPr>
          <a:xfrm>
            <a:off x="73609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5" name="Shape 393"/>
          <p:cNvSpPr/>
          <p:nvPr/>
        </p:nvSpPr>
        <p:spPr>
          <a:xfrm>
            <a:off x="73609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6" name="Shape 394"/>
          <p:cNvSpPr/>
          <p:nvPr/>
        </p:nvSpPr>
        <p:spPr>
          <a:xfrm>
            <a:off x="73609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7" name="Shape 395"/>
          <p:cNvSpPr/>
          <p:nvPr/>
        </p:nvSpPr>
        <p:spPr>
          <a:xfrm>
            <a:off x="73609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8" name="Shape 396"/>
          <p:cNvSpPr/>
          <p:nvPr/>
        </p:nvSpPr>
        <p:spPr>
          <a:xfrm>
            <a:off x="73609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9" name="Shape 397"/>
          <p:cNvSpPr/>
          <p:nvPr/>
        </p:nvSpPr>
        <p:spPr>
          <a:xfrm>
            <a:off x="73609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0" name="Shape 398"/>
          <p:cNvSpPr/>
          <p:nvPr/>
        </p:nvSpPr>
        <p:spPr>
          <a:xfrm>
            <a:off x="73609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1" name="Shape 399"/>
          <p:cNvSpPr/>
          <p:nvPr/>
        </p:nvSpPr>
        <p:spPr>
          <a:xfrm>
            <a:off x="73609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2" name="Shape 400"/>
          <p:cNvSpPr/>
          <p:nvPr/>
        </p:nvSpPr>
        <p:spPr>
          <a:xfrm>
            <a:off x="73609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3" name="Shape 401"/>
          <p:cNvSpPr/>
          <p:nvPr/>
        </p:nvSpPr>
        <p:spPr>
          <a:xfrm>
            <a:off x="73609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4" name="Shape 402"/>
          <p:cNvSpPr/>
          <p:nvPr/>
        </p:nvSpPr>
        <p:spPr>
          <a:xfrm>
            <a:off x="73609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5" name="Shape 403"/>
          <p:cNvSpPr/>
          <p:nvPr/>
        </p:nvSpPr>
        <p:spPr>
          <a:xfrm>
            <a:off x="73609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6" name="Shape 404"/>
          <p:cNvSpPr/>
          <p:nvPr/>
        </p:nvSpPr>
        <p:spPr>
          <a:xfrm>
            <a:off x="73609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7" name="Shape 405"/>
          <p:cNvSpPr/>
          <p:nvPr/>
        </p:nvSpPr>
        <p:spPr>
          <a:xfrm>
            <a:off x="73609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8" name="Shape 406"/>
          <p:cNvSpPr/>
          <p:nvPr/>
        </p:nvSpPr>
        <p:spPr>
          <a:xfrm>
            <a:off x="73609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9" name="Shape 407"/>
          <p:cNvSpPr/>
          <p:nvPr/>
        </p:nvSpPr>
        <p:spPr>
          <a:xfrm>
            <a:off x="73609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0" name="Shape 408"/>
          <p:cNvSpPr/>
          <p:nvPr/>
        </p:nvSpPr>
        <p:spPr>
          <a:xfrm>
            <a:off x="76809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1" name="Shape 409"/>
          <p:cNvSpPr/>
          <p:nvPr/>
        </p:nvSpPr>
        <p:spPr>
          <a:xfrm>
            <a:off x="76809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2" name="Shape 410"/>
          <p:cNvSpPr/>
          <p:nvPr/>
        </p:nvSpPr>
        <p:spPr>
          <a:xfrm>
            <a:off x="76809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3" name="Shape 411"/>
          <p:cNvSpPr/>
          <p:nvPr/>
        </p:nvSpPr>
        <p:spPr>
          <a:xfrm>
            <a:off x="76809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4" name="Shape 412"/>
          <p:cNvSpPr/>
          <p:nvPr/>
        </p:nvSpPr>
        <p:spPr>
          <a:xfrm>
            <a:off x="76809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5" name="Shape 413"/>
          <p:cNvSpPr/>
          <p:nvPr/>
        </p:nvSpPr>
        <p:spPr>
          <a:xfrm>
            <a:off x="76809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6" name="Shape 414"/>
          <p:cNvSpPr/>
          <p:nvPr/>
        </p:nvSpPr>
        <p:spPr>
          <a:xfrm>
            <a:off x="76809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7" name="Shape 415"/>
          <p:cNvSpPr/>
          <p:nvPr/>
        </p:nvSpPr>
        <p:spPr>
          <a:xfrm>
            <a:off x="76809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8" name="Shape 416"/>
          <p:cNvSpPr/>
          <p:nvPr/>
        </p:nvSpPr>
        <p:spPr>
          <a:xfrm>
            <a:off x="76809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9" name="Shape 417"/>
          <p:cNvSpPr/>
          <p:nvPr/>
        </p:nvSpPr>
        <p:spPr>
          <a:xfrm>
            <a:off x="76809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0" name="Shape 418"/>
          <p:cNvSpPr/>
          <p:nvPr/>
        </p:nvSpPr>
        <p:spPr>
          <a:xfrm>
            <a:off x="76809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1" name="Shape 419"/>
          <p:cNvSpPr/>
          <p:nvPr/>
        </p:nvSpPr>
        <p:spPr>
          <a:xfrm>
            <a:off x="76809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2" name="Shape 420"/>
          <p:cNvSpPr/>
          <p:nvPr/>
        </p:nvSpPr>
        <p:spPr>
          <a:xfrm>
            <a:off x="76809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3" name="Shape 421"/>
          <p:cNvSpPr/>
          <p:nvPr/>
        </p:nvSpPr>
        <p:spPr>
          <a:xfrm>
            <a:off x="76809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4" name="Shape 422"/>
          <p:cNvSpPr/>
          <p:nvPr/>
        </p:nvSpPr>
        <p:spPr>
          <a:xfrm>
            <a:off x="76809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5" name="Shape 423"/>
          <p:cNvSpPr/>
          <p:nvPr/>
        </p:nvSpPr>
        <p:spPr>
          <a:xfrm>
            <a:off x="76809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6" name="Shape 424"/>
          <p:cNvSpPr/>
          <p:nvPr/>
        </p:nvSpPr>
        <p:spPr>
          <a:xfrm>
            <a:off x="76809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7" name="Shape 425"/>
          <p:cNvSpPr/>
          <p:nvPr/>
        </p:nvSpPr>
        <p:spPr>
          <a:xfrm>
            <a:off x="80010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8" name="Shape 426"/>
          <p:cNvSpPr/>
          <p:nvPr/>
        </p:nvSpPr>
        <p:spPr>
          <a:xfrm>
            <a:off x="80010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9" name="Shape 427"/>
          <p:cNvSpPr/>
          <p:nvPr/>
        </p:nvSpPr>
        <p:spPr>
          <a:xfrm>
            <a:off x="80010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0" name="Shape 428"/>
          <p:cNvSpPr/>
          <p:nvPr/>
        </p:nvSpPr>
        <p:spPr>
          <a:xfrm>
            <a:off x="80010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1" name="Shape 429"/>
          <p:cNvSpPr/>
          <p:nvPr/>
        </p:nvSpPr>
        <p:spPr>
          <a:xfrm>
            <a:off x="80010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2" name="Shape 430"/>
          <p:cNvSpPr/>
          <p:nvPr/>
        </p:nvSpPr>
        <p:spPr>
          <a:xfrm>
            <a:off x="80010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3" name="Shape 431"/>
          <p:cNvSpPr/>
          <p:nvPr/>
        </p:nvSpPr>
        <p:spPr>
          <a:xfrm>
            <a:off x="80010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4" name="Shape 432"/>
          <p:cNvSpPr/>
          <p:nvPr/>
        </p:nvSpPr>
        <p:spPr>
          <a:xfrm>
            <a:off x="80010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5" name="Shape 433"/>
          <p:cNvSpPr/>
          <p:nvPr/>
        </p:nvSpPr>
        <p:spPr>
          <a:xfrm>
            <a:off x="80010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6" name="Shape 434"/>
          <p:cNvSpPr/>
          <p:nvPr/>
        </p:nvSpPr>
        <p:spPr>
          <a:xfrm>
            <a:off x="80010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7" name="Shape 435"/>
          <p:cNvSpPr/>
          <p:nvPr/>
        </p:nvSpPr>
        <p:spPr>
          <a:xfrm>
            <a:off x="80010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8" name="Shape 436"/>
          <p:cNvSpPr/>
          <p:nvPr/>
        </p:nvSpPr>
        <p:spPr>
          <a:xfrm>
            <a:off x="80010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9" name="Shape 437"/>
          <p:cNvSpPr/>
          <p:nvPr/>
        </p:nvSpPr>
        <p:spPr>
          <a:xfrm>
            <a:off x="80010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0" name="Shape 438"/>
          <p:cNvSpPr/>
          <p:nvPr/>
        </p:nvSpPr>
        <p:spPr>
          <a:xfrm>
            <a:off x="80010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1" name="Shape 439"/>
          <p:cNvSpPr/>
          <p:nvPr/>
        </p:nvSpPr>
        <p:spPr>
          <a:xfrm>
            <a:off x="80010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2" name="Shape 440"/>
          <p:cNvSpPr/>
          <p:nvPr/>
        </p:nvSpPr>
        <p:spPr>
          <a:xfrm>
            <a:off x="80010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3" name="Shape 441"/>
          <p:cNvSpPr/>
          <p:nvPr/>
        </p:nvSpPr>
        <p:spPr>
          <a:xfrm>
            <a:off x="80010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4" name="Shape 442"/>
          <p:cNvSpPr/>
          <p:nvPr/>
        </p:nvSpPr>
        <p:spPr>
          <a:xfrm>
            <a:off x="83210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5" name="Shape 443"/>
          <p:cNvSpPr/>
          <p:nvPr/>
        </p:nvSpPr>
        <p:spPr>
          <a:xfrm>
            <a:off x="83210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6" name="Shape 444"/>
          <p:cNvSpPr/>
          <p:nvPr/>
        </p:nvSpPr>
        <p:spPr>
          <a:xfrm>
            <a:off x="83210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7" name="Shape 445"/>
          <p:cNvSpPr/>
          <p:nvPr/>
        </p:nvSpPr>
        <p:spPr>
          <a:xfrm>
            <a:off x="83210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8" name="Shape 446"/>
          <p:cNvSpPr/>
          <p:nvPr/>
        </p:nvSpPr>
        <p:spPr>
          <a:xfrm>
            <a:off x="83210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9" name="Shape 447"/>
          <p:cNvSpPr/>
          <p:nvPr/>
        </p:nvSpPr>
        <p:spPr>
          <a:xfrm>
            <a:off x="83210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0" name="Shape 448"/>
          <p:cNvSpPr/>
          <p:nvPr/>
        </p:nvSpPr>
        <p:spPr>
          <a:xfrm>
            <a:off x="83210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1" name="Shape 449"/>
          <p:cNvSpPr/>
          <p:nvPr/>
        </p:nvSpPr>
        <p:spPr>
          <a:xfrm>
            <a:off x="83210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2" name="Shape 450"/>
          <p:cNvSpPr/>
          <p:nvPr/>
        </p:nvSpPr>
        <p:spPr>
          <a:xfrm>
            <a:off x="83210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3" name="Shape 451"/>
          <p:cNvSpPr/>
          <p:nvPr/>
        </p:nvSpPr>
        <p:spPr>
          <a:xfrm>
            <a:off x="83210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4" name="Shape 452"/>
          <p:cNvSpPr/>
          <p:nvPr/>
        </p:nvSpPr>
        <p:spPr>
          <a:xfrm>
            <a:off x="83210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5" name="Shape 453"/>
          <p:cNvSpPr/>
          <p:nvPr/>
        </p:nvSpPr>
        <p:spPr>
          <a:xfrm>
            <a:off x="83210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6" name="Shape 454"/>
          <p:cNvSpPr/>
          <p:nvPr/>
        </p:nvSpPr>
        <p:spPr>
          <a:xfrm>
            <a:off x="83210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7" name="Shape 455"/>
          <p:cNvSpPr/>
          <p:nvPr/>
        </p:nvSpPr>
        <p:spPr>
          <a:xfrm>
            <a:off x="83210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8" name="Shape 456"/>
          <p:cNvSpPr/>
          <p:nvPr/>
        </p:nvSpPr>
        <p:spPr>
          <a:xfrm>
            <a:off x="83210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9" name="Shape 457"/>
          <p:cNvSpPr/>
          <p:nvPr/>
        </p:nvSpPr>
        <p:spPr>
          <a:xfrm>
            <a:off x="83210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0" name="Shape 458"/>
          <p:cNvSpPr/>
          <p:nvPr/>
        </p:nvSpPr>
        <p:spPr>
          <a:xfrm>
            <a:off x="83210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1" name="Shape 459"/>
          <p:cNvSpPr/>
          <p:nvPr/>
        </p:nvSpPr>
        <p:spPr>
          <a:xfrm>
            <a:off x="86410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2" name="Shape 460"/>
          <p:cNvSpPr/>
          <p:nvPr/>
        </p:nvSpPr>
        <p:spPr>
          <a:xfrm>
            <a:off x="86410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3" name="Shape 461"/>
          <p:cNvSpPr/>
          <p:nvPr/>
        </p:nvSpPr>
        <p:spPr>
          <a:xfrm>
            <a:off x="86410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4" name="Shape 462"/>
          <p:cNvSpPr/>
          <p:nvPr/>
        </p:nvSpPr>
        <p:spPr>
          <a:xfrm>
            <a:off x="86410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5" name="Shape 463"/>
          <p:cNvSpPr/>
          <p:nvPr/>
        </p:nvSpPr>
        <p:spPr>
          <a:xfrm>
            <a:off x="86410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6" name="Shape 464"/>
          <p:cNvSpPr/>
          <p:nvPr/>
        </p:nvSpPr>
        <p:spPr>
          <a:xfrm>
            <a:off x="86410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7" name="Shape 465"/>
          <p:cNvSpPr/>
          <p:nvPr/>
        </p:nvSpPr>
        <p:spPr>
          <a:xfrm>
            <a:off x="86410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8" name="Shape 466"/>
          <p:cNvSpPr/>
          <p:nvPr/>
        </p:nvSpPr>
        <p:spPr>
          <a:xfrm>
            <a:off x="86410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9" name="Shape 467"/>
          <p:cNvSpPr/>
          <p:nvPr/>
        </p:nvSpPr>
        <p:spPr>
          <a:xfrm>
            <a:off x="86410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0" name="Shape 468"/>
          <p:cNvSpPr/>
          <p:nvPr/>
        </p:nvSpPr>
        <p:spPr>
          <a:xfrm>
            <a:off x="86410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1" name="Shape 469"/>
          <p:cNvSpPr/>
          <p:nvPr/>
        </p:nvSpPr>
        <p:spPr>
          <a:xfrm>
            <a:off x="86410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2" name="Shape 470"/>
          <p:cNvSpPr/>
          <p:nvPr/>
        </p:nvSpPr>
        <p:spPr>
          <a:xfrm>
            <a:off x="86410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3" name="Shape 471"/>
          <p:cNvSpPr/>
          <p:nvPr/>
        </p:nvSpPr>
        <p:spPr>
          <a:xfrm>
            <a:off x="86410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4" name="Shape 472"/>
          <p:cNvSpPr/>
          <p:nvPr/>
        </p:nvSpPr>
        <p:spPr>
          <a:xfrm>
            <a:off x="86410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5" name="Shape 473"/>
          <p:cNvSpPr/>
          <p:nvPr/>
        </p:nvSpPr>
        <p:spPr>
          <a:xfrm>
            <a:off x="86410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6" name="Shape 474"/>
          <p:cNvSpPr/>
          <p:nvPr/>
        </p:nvSpPr>
        <p:spPr>
          <a:xfrm>
            <a:off x="86410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7" name="Shape 475"/>
          <p:cNvSpPr/>
          <p:nvPr/>
        </p:nvSpPr>
        <p:spPr>
          <a:xfrm>
            <a:off x="86410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8" name="Shape 476"/>
          <p:cNvSpPr/>
          <p:nvPr/>
        </p:nvSpPr>
        <p:spPr>
          <a:xfrm>
            <a:off x="89611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9" name="Shape 477"/>
          <p:cNvSpPr/>
          <p:nvPr/>
        </p:nvSpPr>
        <p:spPr>
          <a:xfrm>
            <a:off x="89611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0" name="Shape 478"/>
          <p:cNvSpPr/>
          <p:nvPr/>
        </p:nvSpPr>
        <p:spPr>
          <a:xfrm>
            <a:off x="89611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1" name="Shape 479"/>
          <p:cNvSpPr/>
          <p:nvPr/>
        </p:nvSpPr>
        <p:spPr>
          <a:xfrm>
            <a:off x="89611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2" name="Shape 480"/>
          <p:cNvSpPr/>
          <p:nvPr/>
        </p:nvSpPr>
        <p:spPr>
          <a:xfrm>
            <a:off x="89611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3" name="Shape 481"/>
          <p:cNvSpPr/>
          <p:nvPr/>
        </p:nvSpPr>
        <p:spPr>
          <a:xfrm>
            <a:off x="89611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4" name="Shape 482"/>
          <p:cNvSpPr/>
          <p:nvPr/>
        </p:nvSpPr>
        <p:spPr>
          <a:xfrm>
            <a:off x="89611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5" name="Shape 483"/>
          <p:cNvSpPr/>
          <p:nvPr/>
        </p:nvSpPr>
        <p:spPr>
          <a:xfrm>
            <a:off x="89611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6" name="Shape 484"/>
          <p:cNvSpPr/>
          <p:nvPr/>
        </p:nvSpPr>
        <p:spPr>
          <a:xfrm>
            <a:off x="89611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7" name="Shape 485"/>
          <p:cNvSpPr/>
          <p:nvPr/>
        </p:nvSpPr>
        <p:spPr>
          <a:xfrm>
            <a:off x="89611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8" name="Shape 486"/>
          <p:cNvSpPr/>
          <p:nvPr/>
        </p:nvSpPr>
        <p:spPr>
          <a:xfrm>
            <a:off x="89611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9" name="Shape 487"/>
          <p:cNvSpPr/>
          <p:nvPr/>
        </p:nvSpPr>
        <p:spPr>
          <a:xfrm>
            <a:off x="89611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0" name="Shape 488"/>
          <p:cNvSpPr/>
          <p:nvPr/>
        </p:nvSpPr>
        <p:spPr>
          <a:xfrm>
            <a:off x="89611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1" name="Shape 489"/>
          <p:cNvSpPr/>
          <p:nvPr/>
        </p:nvSpPr>
        <p:spPr>
          <a:xfrm>
            <a:off x="89611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2" name="Shape 490"/>
          <p:cNvSpPr/>
          <p:nvPr/>
        </p:nvSpPr>
        <p:spPr>
          <a:xfrm>
            <a:off x="89611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3" name="Shape 491"/>
          <p:cNvSpPr/>
          <p:nvPr/>
        </p:nvSpPr>
        <p:spPr>
          <a:xfrm>
            <a:off x="89611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4" name="Shape 492"/>
          <p:cNvSpPr/>
          <p:nvPr/>
        </p:nvSpPr>
        <p:spPr>
          <a:xfrm>
            <a:off x="89611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5" name="Shape 49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6" name="Shape 494"/>
          <p:cNvSpPr/>
          <p:nvPr/>
        </p:nvSpPr>
        <p:spPr>
          <a:xfrm>
            <a:off x="365760" y="4846320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7" name="Text 495"/>
          <p:cNvSpPr/>
          <p:nvPr/>
        </p:nvSpPr>
        <p:spPr>
          <a:xfrm>
            <a:off x="548640" y="4773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Graphy</a:t>
            </a:r>
            <a:endParaRPr lang="en-US" sz="1000" dirty="0"/>
          </a:p>
        </p:txBody>
      </p:sp>
      <p:sp>
        <p:nvSpPr>
          <p:cNvPr id="498" name="Text 496"/>
          <p:cNvSpPr/>
          <p:nvPr/>
        </p:nvSpPr>
        <p:spPr>
          <a:xfrm>
            <a:off x="8046720" y="47731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499" name="Text 497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EST ARRIVÉE</a:t>
            </a:r>
            <a:endParaRPr lang="en-US" sz="1100" dirty="0"/>
          </a:p>
        </p:txBody>
      </p:sp>
      <p:sp>
        <p:nvSpPr>
          <p:cNvPr id="500" name="Text 498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métier de développeur a basculé en </a:t>
            </a:r>
            <a:r>
              <a:rPr lang="en-US" sz="300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ans</a:t>
            </a: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000" dirty="0"/>
          </a:p>
        </p:txBody>
      </p:sp>
      <p:sp>
        <p:nvSpPr>
          <p:cNvPr id="501" name="Text 499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massive, code généré en continu, vitesse de frappe décuplée.</a:t>
            </a:r>
            <a:endParaRPr lang="en-US" sz="1400" dirty="0"/>
          </a:p>
        </p:txBody>
      </p:sp>
      <p:sp>
        <p:nvSpPr>
          <p:cNvPr id="502" name="Shape 500"/>
          <p:cNvSpPr/>
          <p:nvPr/>
        </p:nvSpPr>
        <p:spPr>
          <a:xfrm>
            <a:off x="434340" y="20574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3" name="Shape 501"/>
          <p:cNvSpPr/>
          <p:nvPr/>
        </p:nvSpPr>
        <p:spPr>
          <a:xfrm>
            <a:off x="434340" y="2057400"/>
            <a:ext cx="54864" cy="201168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4" name="Text 502"/>
          <p:cNvSpPr/>
          <p:nvPr/>
        </p:nvSpPr>
        <p:spPr>
          <a:xfrm>
            <a:off x="662940" y="23317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5600" dirty="0"/>
          </a:p>
        </p:txBody>
      </p:sp>
      <p:sp>
        <p:nvSpPr>
          <p:cNvPr id="505" name="Text 503"/>
          <p:cNvSpPr/>
          <p:nvPr/>
        </p:nvSpPr>
        <p:spPr>
          <a:xfrm>
            <a:off x="662940" y="3337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devs utilisent l'IA chaque semaine</a:t>
            </a:r>
            <a:endParaRPr lang="en-US" sz="1300" dirty="0"/>
          </a:p>
        </p:txBody>
      </p:sp>
      <p:sp>
        <p:nvSpPr>
          <p:cNvPr id="506" name="Shape 504"/>
          <p:cNvSpPr/>
          <p:nvPr/>
        </p:nvSpPr>
        <p:spPr>
          <a:xfrm>
            <a:off x="3268980" y="20574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7" name="Shape 505"/>
          <p:cNvSpPr/>
          <p:nvPr/>
        </p:nvSpPr>
        <p:spPr>
          <a:xfrm>
            <a:off x="3268980" y="2057400"/>
            <a:ext cx="54864" cy="201168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8" name="Text 506"/>
          <p:cNvSpPr/>
          <p:nvPr/>
        </p:nvSpPr>
        <p:spPr>
          <a:xfrm>
            <a:off x="3497580" y="23317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5600" dirty="0"/>
          </a:p>
        </p:txBody>
      </p:sp>
      <p:sp>
        <p:nvSpPr>
          <p:cNvPr id="509" name="Text 507"/>
          <p:cNvSpPr/>
          <p:nvPr/>
        </p:nvSpPr>
        <p:spPr>
          <a:xfrm>
            <a:off x="3497580" y="3337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code en production est écrit par l'IA</a:t>
            </a:r>
            <a:endParaRPr lang="en-US" sz="1300" dirty="0"/>
          </a:p>
        </p:txBody>
      </p:sp>
      <p:sp>
        <p:nvSpPr>
          <p:cNvPr id="510" name="Shape 508"/>
          <p:cNvSpPr/>
          <p:nvPr/>
        </p:nvSpPr>
        <p:spPr>
          <a:xfrm>
            <a:off x="6103620" y="20574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1" name="Shape 509"/>
          <p:cNvSpPr/>
          <p:nvPr/>
        </p:nvSpPr>
        <p:spPr>
          <a:xfrm>
            <a:off x="6103620" y="2057400"/>
            <a:ext cx="54864" cy="201168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2" name="Text 510"/>
          <p:cNvSpPr/>
          <p:nvPr/>
        </p:nvSpPr>
        <p:spPr>
          <a:xfrm>
            <a:off x="6332220" y="23317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+55%</a:t>
            </a:r>
            <a:endParaRPr lang="en-US" sz="5600" dirty="0"/>
          </a:p>
        </p:txBody>
      </p:sp>
      <p:sp>
        <p:nvSpPr>
          <p:cNvPr id="513" name="Text 511"/>
          <p:cNvSpPr/>
          <p:nvPr/>
        </p:nvSpPr>
        <p:spPr>
          <a:xfrm>
            <a:off x="6332220" y="3337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vitesse sur une tâche de codage isolée</a:t>
            </a:r>
            <a:endParaRPr lang="en-US" sz="1300" dirty="0"/>
          </a:p>
        </p:txBody>
      </p:sp>
      <p:sp>
        <p:nvSpPr>
          <p:cNvPr id="514" name="Text 512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papier, on n'a jamais codé aussi vite.</a:t>
            </a:r>
            <a:endParaRPr lang="en-US" sz="1500" dirty="0"/>
          </a:p>
        </p:txBody>
      </p:sp>
      <p:sp>
        <p:nvSpPr>
          <p:cNvPr id="515" name="Text 513"/>
          <p:cNvSpPr/>
          <p:nvPr/>
        </p:nvSpPr>
        <p:spPr>
          <a:xfrm>
            <a:off x="457200" y="46268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DORA 2025 · Faros AI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00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200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200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200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200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200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200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200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3200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00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3200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200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3200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3200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200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6400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6400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6400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6400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6400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6400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6400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6400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6400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6400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6400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6400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6400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6400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6400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6400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6400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9601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9601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9601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9601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9601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Shape 56"/>
          <p:cNvSpPr/>
          <p:nvPr/>
        </p:nvSpPr>
        <p:spPr>
          <a:xfrm>
            <a:off x="9601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Shape 57"/>
          <p:cNvSpPr/>
          <p:nvPr/>
        </p:nvSpPr>
        <p:spPr>
          <a:xfrm>
            <a:off x="9601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9601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Shape 59"/>
          <p:cNvSpPr/>
          <p:nvPr/>
        </p:nvSpPr>
        <p:spPr>
          <a:xfrm>
            <a:off x="9601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Shape 60"/>
          <p:cNvSpPr/>
          <p:nvPr/>
        </p:nvSpPr>
        <p:spPr>
          <a:xfrm>
            <a:off x="9601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Shape 61"/>
          <p:cNvSpPr/>
          <p:nvPr/>
        </p:nvSpPr>
        <p:spPr>
          <a:xfrm>
            <a:off x="9601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Shape 62"/>
          <p:cNvSpPr/>
          <p:nvPr/>
        </p:nvSpPr>
        <p:spPr>
          <a:xfrm>
            <a:off x="9601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Shape 63"/>
          <p:cNvSpPr/>
          <p:nvPr/>
        </p:nvSpPr>
        <p:spPr>
          <a:xfrm>
            <a:off x="9601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Shape 64"/>
          <p:cNvSpPr/>
          <p:nvPr/>
        </p:nvSpPr>
        <p:spPr>
          <a:xfrm>
            <a:off x="9601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7" name="Shape 65"/>
          <p:cNvSpPr/>
          <p:nvPr/>
        </p:nvSpPr>
        <p:spPr>
          <a:xfrm>
            <a:off x="9601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8" name="Shape 66"/>
          <p:cNvSpPr/>
          <p:nvPr/>
        </p:nvSpPr>
        <p:spPr>
          <a:xfrm>
            <a:off x="9601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9" name="Shape 67"/>
          <p:cNvSpPr/>
          <p:nvPr/>
        </p:nvSpPr>
        <p:spPr>
          <a:xfrm>
            <a:off x="9601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Shape 68"/>
          <p:cNvSpPr/>
          <p:nvPr/>
        </p:nvSpPr>
        <p:spPr>
          <a:xfrm>
            <a:off x="12801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1" name="Shape 69"/>
          <p:cNvSpPr/>
          <p:nvPr/>
        </p:nvSpPr>
        <p:spPr>
          <a:xfrm>
            <a:off x="12801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2" name="Shape 70"/>
          <p:cNvSpPr/>
          <p:nvPr/>
        </p:nvSpPr>
        <p:spPr>
          <a:xfrm>
            <a:off x="12801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Shape 71"/>
          <p:cNvSpPr/>
          <p:nvPr/>
        </p:nvSpPr>
        <p:spPr>
          <a:xfrm>
            <a:off x="12801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4" name="Shape 72"/>
          <p:cNvSpPr/>
          <p:nvPr/>
        </p:nvSpPr>
        <p:spPr>
          <a:xfrm>
            <a:off x="12801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Shape 73"/>
          <p:cNvSpPr/>
          <p:nvPr/>
        </p:nvSpPr>
        <p:spPr>
          <a:xfrm>
            <a:off x="12801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6" name="Shape 74"/>
          <p:cNvSpPr/>
          <p:nvPr/>
        </p:nvSpPr>
        <p:spPr>
          <a:xfrm>
            <a:off x="12801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7" name="Shape 75"/>
          <p:cNvSpPr/>
          <p:nvPr/>
        </p:nvSpPr>
        <p:spPr>
          <a:xfrm>
            <a:off x="12801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8" name="Shape 76"/>
          <p:cNvSpPr/>
          <p:nvPr/>
        </p:nvSpPr>
        <p:spPr>
          <a:xfrm>
            <a:off x="12801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9" name="Shape 77"/>
          <p:cNvSpPr/>
          <p:nvPr/>
        </p:nvSpPr>
        <p:spPr>
          <a:xfrm>
            <a:off x="12801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0" name="Shape 78"/>
          <p:cNvSpPr/>
          <p:nvPr/>
        </p:nvSpPr>
        <p:spPr>
          <a:xfrm>
            <a:off x="12801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1" name="Shape 79"/>
          <p:cNvSpPr/>
          <p:nvPr/>
        </p:nvSpPr>
        <p:spPr>
          <a:xfrm>
            <a:off x="12801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2" name="Shape 80"/>
          <p:cNvSpPr/>
          <p:nvPr/>
        </p:nvSpPr>
        <p:spPr>
          <a:xfrm>
            <a:off x="12801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3" name="Shape 81"/>
          <p:cNvSpPr/>
          <p:nvPr/>
        </p:nvSpPr>
        <p:spPr>
          <a:xfrm>
            <a:off x="12801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4" name="Shape 82"/>
          <p:cNvSpPr/>
          <p:nvPr/>
        </p:nvSpPr>
        <p:spPr>
          <a:xfrm>
            <a:off x="12801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5" name="Shape 83"/>
          <p:cNvSpPr/>
          <p:nvPr/>
        </p:nvSpPr>
        <p:spPr>
          <a:xfrm>
            <a:off x="12801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6" name="Shape 84"/>
          <p:cNvSpPr/>
          <p:nvPr/>
        </p:nvSpPr>
        <p:spPr>
          <a:xfrm>
            <a:off x="12801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7" name="Shape 85"/>
          <p:cNvSpPr/>
          <p:nvPr/>
        </p:nvSpPr>
        <p:spPr>
          <a:xfrm>
            <a:off x="16002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8" name="Shape 86"/>
          <p:cNvSpPr/>
          <p:nvPr/>
        </p:nvSpPr>
        <p:spPr>
          <a:xfrm>
            <a:off x="16002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9" name="Shape 87"/>
          <p:cNvSpPr/>
          <p:nvPr/>
        </p:nvSpPr>
        <p:spPr>
          <a:xfrm>
            <a:off x="16002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0" name="Shape 88"/>
          <p:cNvSpPr/>
          <p:nvPr/>
        </p:nvSpPr>
        <p:spPr>
          <a:xfrm>
            <a:off x="16002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1" name="Shape 89"/>
          <p:cNvSpPr/>
          <p:nvPr/>
        </p:nvSpPr>
        <p:spPr>
          <a:xfrm>
            <a:off x="16002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2" name="Shape 90"/>
          <p:cNvSpPr/>
          <p:nvPr/>
        </p:nvSpPr>
        <p:spPr>
          <a:xfrm>
            <a:off x="16002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3" name="Shape 91"/>
          <p:cNvSpPr/>
          <p:nvPr/>
        </p:nvSpPr>
        <p:spPr>
          <a:xfrm>
            <a:off x="16002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4" name="Shape 92"/>
          <p:cNvSpPr/>
          <p:nvPr/>
        </p:nvSpPr>
        <p:spPr>
          <a:xfrm>
            <a:off x="16002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5" name="Shape 93"/>
          <p:cNvSpPr/>
          <p:nvPr/>
        </p:nvSpPr>
        <p:spPr>
          <a:xfrm>
            <a:off x="16002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6" name="Shape 94"/>
          <p:cNvSpPr/>
          <p:nvPr/>
        </p:nvSpPr>
        <p:spPr>
          <a:xfrm>
            <a:off x="16002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7" name="Shape 95"/>
          <p:cNvSpPr/>
          <p:nvPr/>
        </p:nvSpPr>
        <p:spPr>
          <a:xfrm>
            <a:off x="16002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8" name="Shape 96"/>
          <p:cNvSpPr/>
          <p:nvPr/>
        </p:nvSpPr>
        <p:spPr>
          <a:xfrm>
            <a:off x="16002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9" name="Shape 97"/>
          <p:cNvSpPr/>
          <p:nvPr/>
        </p:nvSpPr>
        <p:spPr>
          <a:xfrm>
            <a:off x="16002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0" name="Shape 98"/>
          <p:cNvSpPr/>
          <p:nvPr/>
        </p:nvSpPr>
        <p:spPr>
          <a:xfrm>
            <a:off x="16002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1" name="Shape 99"/>
          <p:cNvSpPr/>
          <p:nvPr/>
        </p:nvSpPr>
        <p:spPr>
          <a:xfrm>
            <a:off x="16002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2" name="Shape 100"/>
          <p:cNvSpPr/>
          <p:nvPr/>
        </p:nvSpPr>
        <p:spPr>
          <a:xfrm>
            <a:off x="16002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3" name="Shape 101"/>
          <p:cNvSpPr/>
          <p:nvPr/>
        </p:nvSpPr>
        <p:spPr>
          <a:xfrm>
            <a:off x="16002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4" name="Shape 102"/>
          <p:cNvSpPr/>
          <p:nvPr/>
        </p:nvSpPr>
        <p:spPr>
          <a:xfrm>
            <a:off x="19202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5" name="Shape 103"/>
          <p:cNvSpPr/>
          <p:nvPr/>
        </p:nvSpPr>
        <p:spPr>
          <a:xfrm>
            <a:off x="19202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6" name="Shape 104"/>
          <p:cNvSpPr/>
          <p:nvPr/>
        </p:nvSpPr>
        <p:spPr>
          <a:xfrm>
            <a:off x="19202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7" name="Shape 105"/>
          <p:cNvSpPr/>
          <p:nvPr/>
        </p:nvSpPr>
        <p:spPr>
          <a:xfrm>
            <a:off x="19202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8" name="Shape 106"/>
          <p:cNvSpPr/>
          <p:nvPr/>
        </p:nvSpPr>
        <p:spPr>
          <a:xfrm>
            <a:off x="19202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9" name="Shape 107"/>
          <p:cNvSpPr/>
          <p:nvPr/>
        </p:nvSpPr>
        <p:spPr>
          <a:xfrm>
            <a:off x="19202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0" name="Shape 108"/>
          <p:cNvSpPr/>
          <p:nvPr/>
        </p:nvSpPr>
        <p:spPr>
          <a:xfrm>
            <a:off x="19202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1" name="Shape 109"/>
          <p:cNvSpPr/>
          <p:nvPr/>
        </p:nvSpPr>
        <p:spPr>
          <a:xfrm>
            <a:off x="19202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2" name="Shape 110"/>
          <p:cNvSpPr/>
          <p:nvPr/>
        </p:nvSpPr>
        <p:spPr>
          <a:xfrm>
            <a:off x="19202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3" name="Shape 111"/>
          <p:cNvSpPr/>
          <p:nvPr/>
        </p:nvSpPr>
        <p:spPr>
          <a:xfrm>
            <a:off x="19202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4" name="Shape 112"/>
          <p:cNvSpPr/>
          <p:nvPr/>
        </p:nvSpPr>
        <p:spPr>
          <a:xfrm>
            <a:off x="19202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5" name="Shape 113"/>
          <p:cNvSpPr/>
          <p:nvPr/>
        </p:nvSpPr>
        <p:spPr>
          <a:xfrm>
            <a:off x="19202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6" name="Shape 114"/>
          <p:cNvSpPr/>
          <p:nvPr/>
        </p:nvSpPr>
        <p:spPr>
          <a:xfrm>
            <a:off x="19202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7" name="Shape 115"/>
          <p:cNvSpPr/>
          <p:nvPr/>
        </p:nvSpPr>
        <p:spPr>
          <a:xfrm>
            <a:off x="19202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8" name="Shape 116"/>
          <p:cNvSpPr/>
          <p:nvPr/>
        </p:nvSpPr>
        <p:spPr>
          <a:xfrm>
            <a:off x="19202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9" name="Shape 117"/>
          <p:cNvSpPr/>
          <p:nvPr/>
        </p:nvSpPr>
        <p:spPr>
          <a:xfrm>
            <a:off x="19202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0" name="Shape 118"/>
          <p:cNvSpPr/>
          <p:nvPr/>
        </p:nvSpPr>
        <p:spPr>
          <a:xfrm>
            <a:off x="19202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1" name="Shape 119"/>
          <p:cNvSpPr/>
          <p:nvPr/>
        </p:nvSpPr>
        <p:spPr>
          <a:xfrm>
            <a:off x="22402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2" name="Shape 120"/>
          <p:cNvSpPr/>
          <p:nvPr/>
        </p:nvSpPr>
        <p:spPr>
          <a:xfrm>
            <a:off x="22402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3" name="Shape 121"/>
          <p:cNvSpPr/>
          <p:nvPr/>
        </p:nvSpPr>
        <p:spPr>
          <a:xfrm>
            <a:off x="22402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4" name="Shape 122"/>
          <p:cNvSpPr/>
          <p:nvPr/>
        </p:nvSpPr>
        <p:spPr>
          <a:xfrm>
            <a:off x="22402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5" name="Shape 123"/>
          <p:cNvSpPr/>
          <p:nvPr/>
        </p:nvSpPr>
        <p:spPr>
          <a:xfrm>
            <a:off x="22402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6" name="Shape 124"/>
          <p:cNvSpPr/>
          <p:nvPr/>
        </p:nvSpPr>
        <p:spPr>
          <a:xfrm>
            <a:off x="22402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7" name="Shape 125"/>
          <p:cNvSpPr/>
          <p:nvPr/>
        </p:nvSpPr>
        <p:spPr>
          <a:xfrm>
            <a:off x="22402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8" name="Shape 126"/>
          <p:cNvSpPr/>
          <p:nvPr/>
        </p:nvSpPr>
        <p:spPr>
          <a:xfrm>
            <a:off x="22402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9" name="Shape 127"/>
          <p:cNvSpPr/>
          <p:nvPr/>
        </p:nvSpPr>
        <p:spPr>
          <a:xfrm>
            <a:off x="22402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0" name="Shape 128"/>
          <p:cNvSpPr/>
          <p:nvPr/>
        </p:nvSpPr>
        <p:spPr>
          <a:xfrm>
            <a:off x="22402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1" name="Shape 129"/>
          <p:cNvSpPr/>
          <p:nvPr/>
        </p:nvSpPr>
        <p:spPr>
          <a:xfrm>
            <a:off x="22402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2" name="Shape 130"/>
          <p:cNvSpPr/>
          <p:nvPr/>
        </p:nvSpPr>
        <p:spPr>
          <a:xfrm>
            <a:off x="22402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3" name="Shape 131"/>
          <p:cNvSpPr/>
          <p:nvPr/>
        </p:nvSpPr>
        <p:spPr>
          <a:xfrm>
            <a:off x="22402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4" name="Shape 132"/>
          <p:cNvSpPr/>
          <p:nvPr/>
        </p:nvSpPr>
        <p:spPr>
          <a:xfrm>
            <a:off x="22402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5" name="Shape 133"/>
          <p:cNvSpPr/>
          <p:nvPr/>
        </p:nvSpPr>
        <p:spPr>
          <a:xfrm>
            <a:off x="22402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6" name="Shape 134"/>
          <p:cNvSpPr/>
          <p:nvPr/>
        </p:nvSpPr>
        <p:spPr>
          <a:xfrm>
            <a:off x="22402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7" name="Shape 135"/>
          <p:cNvSpPr/>
          <p:nvPr/>
        </p:nvSpPr>
        <p:spPr>
          <a:xfrm>
            <a:off x="22402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8" name="Shape 136"/>
          <p:cNvSpPr/>
          <p:nvPr/>
        </p:nvSpPr>
        <p:spPr>
          <a:xfrm>
            <a:off x="25603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9" name="Shape 137"/>
          <p:cNvSpPr/>
          <p:nvPr/>
        </p:nvSpPr>
        <p:spPr>
          <a:xfrm>
            <a:off x="25603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0" name="Shape 138"/>
          <p:cNvSpPr/>
          <p:nvPr/>
        </p:nvSpPr>
        <p:spPr>
          <a:xfrm>
            <a:off x="25603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1" name="Shape 139"/>
          <p:cNvSpPr/>
          <p:nvPr/>
        </p:nvSpPr>
        <p:spPr>
          <a:xfrm>
            <a:off x="25603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2" name="Shape 140"/>
          <p:cNvSpPr/>
          <p:nvPr/>
        </p:nvSpPr>
        <p:spPr>
          <a:xfrm>
            <a:off x="25603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3" name="Shape 141"/>
          <p:cNvSpPr/>
          <p:nvPr/>
        </p:nvSpPr>
        <p:spPr>
          <a:xfrm>
            <a:off x="25603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4" name="Shape 142"/>
          <p:cNvSpPr/>
          <p:nvPr/>
        </p:nvSpPr>
        <p:spPr>
          <a:xfrm>
            <a:off x="25603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5" name="Shape 143"/>
          <p:cNvSpPr/>
          <p:nvPr/>
        </p:nvSpPr>
        <p:spPr>
          <a:xfrm>
            <a:off x="25603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6" name="Shape 144"/>
          <p:cNvSpPr/>
          <p:nvPr/>
        </p:nvSpPr>
        <p:spPr>
          <a:xfrm>
            <a:off x="25603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7" name="Shape 145"/>
          <p:cNvSpPr/>
          <p:nvPr/>
        </p:nvSpPr>
        <p:spPr>
          <a:xfrm>
            <a:off x="25603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8" name="Shape 146"/>
          <p:cNvSpPr/>
          <p:nvPr/>
        </p:nvSpPr>
        <p:spPr>
          <a:xfrm>
            <a:off x="25603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9" name="Shape 147"/>
          <p:cNvSpPr/>
          <p:nvPr/>
        </p:nvSpPr>
        <p:spPr>
          <a:xfrm>
            <a:off x="25603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0" name="Shape 148"/>
          <p:cNvSpPr/>
          <p:nvPr/>
        </p:nvSpPr>
        <p:spPr>
          <a:xfrm>
            <a:off x="25603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1" name="Shape 149"/>
          <p:cNvSpPr/>
          <p:nvPr/>
        </p:nvSpPr>
        <p:spPr>
          <a:xfrm>
            <a:off x="25603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2" name="Shape 150"/>
          <p:cNvSpPr/>
          <p:nvPr/>
        </p:nvSpPr>
        <p:spPr>
          <a:xfrm>
            <a:off x="25603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3" name="Shape 151"/>
          <p:cNvSpPr/>
          <p:nvPr/>
        </p:nvSpPr>
        <p:spPr>
          <a:xfrm>
            <a:off x="25603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4" name="Shape 152"/>
          <p:cNvSpPr/>
          <p:nvPr/>
        </p:nvSpPr>
        <p:spPr>
          <a:xfrm>
            <a:off x="25603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5" name="Shape 153"/>
          <p:cNvSpPr/>
          <p:nvPr/>
        </p:nvSpPr>
        <p:spPr>
          <a:xfrm>
            <a:off x="28803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6" name="Shape 154"/>
          <p:cNvSpPr/>
          <p:nvPr/>
        </p:nvSpPr>
        <p:spPr>
          <a:xfrm>
            <a:off x="28803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7" name="Shape 155"/>
          <p:cNvSpPr/>
          <p:nvPr/>
        </p:nvSpPr>
        <p:spPr>
          <a:xfrm>
            <a:off x="28803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8" name="Shape 156"/>
          <p:cNvSpPr/>
          <p:nvPr/>
        </p:nvSpPr>
        <p:spPr>
          <a:xfrm>
            <a:off x="28803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9" name="Shape 157"/>
          <p:cNvSpPr/>
          <p:nvPr/>
        </p:nvSpPr>
        <p:spPr>
          <a:xfrm>
            <a:off x="28803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0" name="Shape 158"/>
          <p:cNvSpPr/>
          <p:nvPr/>
        </p:nvSpPr>
        <p:spPr>
          <a:xfrm>
            <a:off x="28803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1" name="Shape 159"/>
          <p:cNvSpPr/>
          <p:nvPr/>
        </p:nvSpPr>
        <p:spPr>
          <a:xfrm>
            <a:off x="28803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2" name="Shape 160"/>
          <p:cNvSpPr/>
          <p:nvPr/>
        </p:nvSpPr>
        <p:spPr>
          <a:xfrm>
            <a:off x="28803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3" name="Shape 161"/>
          <p:cNvSpPr/>
          <p:nvPr/>
        </p:nvSpPr>
        <p:spPr>
          <a:xfrm>
            <a:off x="28803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4" name="Shape 162"/>
          <p:cNvSpPr/>
          <p:nvPr/>
        </p:nvSpPr>
        <p:spPr>
          <a:xfrm>
            <a:off x="28803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5" name="Shape 163"/>
          <p:cNvSpPr/>
          <p:nvPr/>
        </p:nvSpPr>
        <p:spPr>
          <a:xfrm>
            <a:off x="28803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6" name="Shape 164"/>
          <p:cNvSpPr/>
          <p:nvPr/>
        </p:nvSpPr>
        <p:spPr>
          <a:xfrm>
            <a:off x="28803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7" name="Shape 165"/>
          <p:cNvSpPr/>
          <p:nvPr/>
        </p:nvSpPr>
        <p:spPr>
          <a:xfrm>
            <a:off x="28803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8" name="Shape 166"/>
          <p:cNvSpPr/>
          <p:nvPr/>
        </p:nvSpPr>
        <p:spPr>
          <a:xfrm>
            <a:off x="28803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9" name="Shape 167"/>
          <p:cNvSpPr/>
          <p:nvPr/>
        </p:nvSpPr>
        <p:spPr>
          <a:xfrm>
            <a:off x="28803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0" name="Shape 168"/>
          <p:cNvSpPr/>
          <p:nvPr/>
        </p:nvSpPr>
        <p:spPr>
          <a:xfrm>
            <a:off x="28803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1" name="Shape 169"/>
          <p:cNvSpPr/>
          <p:nvPr/>
        </p:nvSpPr>
        <p:spPr>
          <a:xfrm>
            <a:off x="28803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2" name="Shape 170"/>
          <p:cNvSpPr/>
          <p:nvPr/>
        </p:nvSpPr>
        <p:spPr>
          <a:xfrm>
            <a:off x="32004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3" name="Shape 171"/>
          <p:cNvSpPr/>
          <p:nvPr/>
        </p:nvSpPr>
        <p:spPr>
          <a:xfrm>
            <a:off x="32004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4" name="Shape 172"/>
          <p:cNvSpPr/>
          <p:nvPr/>
        </p:nvSpPr>
        <p:spPr>
          <a:xfrm>
            <a:off x="32004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5" name="Shape 173"/>
          <p:cNvSpPr/>
          <p:nvPr/>
        </p:nvSpPr>
        <p:spPr>
          <a:xfrm>
            <a:off x="32004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6" name="Shape 174"/>
          <p:cNvSpPr/>
          <p:nvPr/>
        </p:nvSpPr>
        <p:spPr>
          <a:xfrm>
            <a:off x="32004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7" name="Shape 175"/>
          <p:cNvSpPr/>
          <p:nvPr/>
        </p:nvSpPr>
        <p:spPr>
          <a:xfrm>
            <a:off x="32004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8" name="Shape 176"/>
          <p:cNvSpPr/>
          <p:nvPr/>
        </p:nvSpPr>
        <p:spPr>
          <a:xfrm>
            <a:off x="32004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9" name="Shape 177"/>
          <p:cNvSpPr/>
          <p:nvPr/>
        </p:nvSpPr>
        <p:spPr>
          <a:xfrm>
            <a:off x="32004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0" name="Shape 178"/>
          <p:cNvSpPr/>
          <p:nvPr/>
        </p:nvSpPr>
        <p:spPr>
          <a:xfrm>
            <a:off x="32004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1" name="Shape 179"/>
          <p:cNvSpPr/>
          <p:nvPr/>
        </p:nvSpPr>
        <p:spPr>
          <a:xfrm>
            <a:off x="32004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2" name="Shape 180"/>
          <p:cNvSpPr/>
          <p:nvPr/>
        </p:nvSpPr>
        <p:spPr>
          <a:xfrm>
            <a:off x="32004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3" name="Shape 181"/>
          <p:cNvSpPr/>
          <p:nvPr/>
        </p:nvSpPr>
        <p:spPr>
          <a:xfrm>
            <a:off x="32004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4" name="Shape 182"/>
          <p:cNvSpPr/>
          <p:nvPr/>
        </p:nvSpPr>
        <p:spPr>
          <a:xfrm>
            <a:off x="32004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5" name="Shape 183"/>
          <p:cNvSpPr/>
          <p:nvPr/>
        </p:nvSpPr>
        <p:spPr>
          <a:xfrm>
            <a:off x="32004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6" name="Shape 184"/>
          <p:cNvSpPr/>
          <p:nvPr/>
        </p:nvSpPr>
        <p:spPr>
          <a:xfrm>
            <a:off x="32004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7" name="Shape 185"/>
          <p:cNvSpPr/>
          <p:nvPr/>
        </p:nvSpPr>
        <p:spPr>
          <a:xfrm>
            <a:off x="32004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8" name="Shape 186"/>
          <p:cNvSpPr/>
          <p:nvPr/>
        </p:nvSpPr>
        <p:spPr>
          <a:xfrm>
            <a:off x="32004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9" name="Shape 187"/>
          <p:cNvSpPr/>
          <p:nvPr/>
        </p:nvSpPr>
        <p:spPr>
          <a:xfrm>
            <a:off x="35204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0" name="Shape 188"/>
          <p:cNvSpPr/>
          <p:nvPr/>
        </p:nvSpPr>
        <p:spPr>
          <a:xfrm>
            <a:off x="35204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1" name="Shape 189"/>
          <p:cNvSpPr/>
          <p:nvPr/>
        </p:nvSpPr>
        <p:spPr>
          <a:xfrm>
            <a:off x="35204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2" name="Shape 190"/>
          <p:cNvSpPr/>
          <p:nvPr/>
        </p:nvSpPr>
        <p:spPr>
          <a:xfrm>
            <a:off x="35204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3" name="Shape 191"/>
          <p:cNvSpPr/>
          <p:nvPr/>
        </p:nvSpPr>
        <p:spPr>
          <a:xfrm>
            <a:off x="35204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4" name="Shape 192"/>
          <p:cNvSpPr/>
          <p:nvPr/>
        </p:nvSpPr>
        <p:spPr>
          <a:xfrm>
            <a:off x="35204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5" name="Shape 193"/>
          <p:cNvSpPr/>
          <p:nvPr/>
        </p:nvSpPr>
        <p:spPr>
          <a:xfrm>
            <a:off x="35204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6" name="Shape 194"/>
          <p:cNvSpPr/>
          <p:nvPr/>
        </p:nvSpPr>
        <p:spPr>
          <a:xfrm>
            <a:off x="35204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7" name="Shape 195"/>
          <p:cNvSpPr/>
          <p:nvPr/>
        </p:nvSpPr>
        <p:spPr>
          <a:xfrm>
            <a:off x="35204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8" name="Shape 196"/>
          <p:cNvSpPr/>
          <p:nvPr/>
        </p:nvSpPr>
        <p:spPr>
          <a:xfrm>
            <a:off x="35204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9" name="Shape 197"/>
          <p:cNvSpPr/>
          <p:nvPr/>
        </p:nvSpPr>
        <p:spPr>
          <a:xfrm>
            <a:off x="35204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0" name="Shape 198"/>
          <p:cNvSpPr/>
          <p:nvPr/>
        </p:nvSpPr>
        <p:spPr>
          <a:xfrm>
            <a:off x="35204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1" name="Shape 199"/>
          <p:cNvSpPr/>
          <p:nvPr/>
        </p:nvSpPr>
        <p:spPr>
          <a:xfrm>
            <a:off x="35204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2" name="Shape 200"/>
          <p:cNvSpPr/>
          <p:nvPr/>
        </p:nvSpPr>
        <p:spPr>
          <a:xfrm>
            <a:off x="35204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3" name="Shape 201"/>
          <p:cNvSpPr/>
          <p:nvPr/>
        </p:nvSpPr>
        <p:spPr>
          <a:xfrm>
            <a:off x="35204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4" name="Shape 202"/>
          <p:cNvSpPr/>
          <p:nvPr/>
        </p:nvSpPr>
        <p:spPr>
          <a:xfrm>
            <a:off x="35204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5" name="Shape 203"/>
          <p:cNvSpPr/>
          <p:nvPr/>
        </p:nvSpPr>
        <p:spPr>
          <a:xfrm>
            <a:off x="35204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6" name="Shape 204"/>
          <p:cNvSpPr/>
          <p:nvPr/>
        </p:nvSpPr>
        <p:spPr>
          <a:xfrm>
            <a:off x="38404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7" name="Shape 205"/>
          <p:cNvSpPr/>
          <p:nvPr/>
        </p:nvSpPr>
        <p:spPr>
          <a:xfrm>
            <a:off x="38404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8" name="Shape 206"/>
          <p:cNvSpPr/>
          <p:nvPr/>
        </p:nvSpPr>
        <p:spPr>
          <a:xfrm>
            <a:off x="38404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9" name="Shape 207"/>
          <p:cNvSpPr/>
          <p:nvPr/>
        </p:nvSpPr>
        <p:spPr>
          <a:xfrm>
            <a:off x="38404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0" name="Shape 208"/>
          <p:cNvSpPr/>
          <p:nvPr/>
        </p:nvSpPr>
        <p:spPr>
          <a:xfrm>
            <a:off x="38404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1" name="Shape 209"/>
          <p:cNvSpPr/>
          <p:nvPr/>
        </p:nvSpPr>
        <p:spPr>
          <a:xfrm>
            <a:off x="38404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2" name="Shape 210"/>
          <p:cNvSpPr/>
          <p:nvPr/>
        </p:nvSpPr>
        <p:spPr>
          <a:xfrm>
            <a:off x="38404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3" name="Shape 211"/>
          <p:cNvSpPr/>
          <p:nvPr/>
        </p:nvSpPr>
        <p:spPr>
          <a:xfrm>
            <a:off x="38404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4" name="Shape 212"/>
          <p:cNvSpPr/>
          <p:nvPr/>
        </p:nvSpPr>
        <p:spPr>
          <a:xfrm>
            <a:off x="38404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5" name="Shape 213"/>
          <p:cNvSpPr/>
          <p:nvPr/>
        </p:nvSpPr>
        <p:spPr>
          <a:xfrm>
            <a:off x="38404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6" name="Shape 214"/>
          <p:cNvSpPr/>
          <p:nvPr/>
        </p:nvSpPr>
        <p:spPr>
          <a:xfrm>
            <a:off x="38404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7" name="Shape 215"/>
          <p:cNvSpPr/>
          <p:nvPr/>
        </p:nvSpPr>
        <p:spPr>
          <a:xfrm>
            <a:off x="38404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8" name="Shape 216"/>
          <p:cNvSpPr/>
          <p:nvPr/>
        </p:nvSpPr>
        <p:spPr>
          <a:xfrm>
            <a:off x="38404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9" name="Shape 217"/>
          <p:cNvSpPr/>
          <p:nvPr/>
        </p:nvSpPr>
        <p:spPr>
          <a:xfrm>
            <a:off x="38404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0" name="Shape 218"/>
          <p:cNvSpPr/>
          <p:nvPr/>
        </p:nvSpPr>
        <p:spPr>
          <a:xfrm>
            <a:off x="38404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1" name="Shape 219"/>
          <p:cNvSpPr/>
          <p:nvPr/>
        </p:nvSpPr>
        <p:spPr>
          <a:xfrm>
            <a:off x="38404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2" name="Shape 220"/>
          <p:cNvSpPr/>
          <p:nvPr/>
        </p:nvSpPr>
        <p:spPr>
          <a:xfrm>
            <a:off x="38404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3" name="Shape 221"/>
          <p:cNvSpPr/>
          <p:nvPr/>
        </p:nvSpPr>
        <p:spPr>
          <a:xfrm>
            <a:off x="41605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4" name="Shape 222"/>
          <p:cNvSpPr/>
          <p:nvPr/>
        </p:nvSpPr>
        <p:spPr>
          <a:xfrm>
            <a:off x="41605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5" name="Shape 223"/>
          <p:cNvSpPr/>
          <p:nvPr/>
        </p:nvSpPr>
        <p:spPr>
          <a:xfrm>
            <a:off x="41605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6" name="Shape 224"/>
          <p:cNvSpPr/>
          <p:nvPr/>
        </p:nvSpPr>
        <p:spPr>
          <a:xfrm>
            <a:off x="41605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7" name="Shape 225"/>
          <p:cNvSpPr/>
          <p:nvPr/>
        </p:nvSpPr>
        <p:spPr>
          <a:xfrm>
            <a:off x="41605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8" name="Shape 226"/>
          <p:cNvSpPr/>
          <p:nvPr/>
        </p:nvSpPr>
        <p:spPr>
          <a:xfrm>
            <a:off x="41605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9" name="Shape 227"/>
          <p:cNvSpPr/>
          <p:nvPr/>
        </p:nvSpPr>
        <p:spPr>
          <a:xfrm>
            <a:off x="41605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0" name="Shape 228"/>
          <p:cNvSpPr/>
          <p:nvPr/>
        </p:nvSpPr>
        <p:spPr>
          <a:xfrm>
            <a:off x="41605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1" name="Shape 229"/>
          <p:cNvSpPr/>
          <p:nvPr/>
        </p:nvSpPr>
        <p:spPr>
          <a:xfrm>
            <a:off x="41605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2" name="Shape 230"/>
          <p:cNvSpPr/>
          <p:nvPr/>
        </p:nvSpPr>
        <p:spPr>
          <a:xfrm>
            <a:off x="41605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3" name="Shape 231"/>
          <p:cNvSpPr/>
          <p:nvPr/>
        </p:nvSpPr>
        <p:spPr>
          <a:xfrm>
            <a:off x="41605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4" name="Shape 232"/>
          <p:cNvSpPr/>
          <p:nvPr/>
        </p:nvSpPr>
        <p:spPr>
          <a:xfrm>
            <a:off x="41605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5" name="Shape 233"/>
          <p:cNvSpPr/>
          <p:nvPr/>
        </p:nvSpPr>
        <p:spPr>
          <a:xfrm>
            <a:off x="41605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6" name="Shape 234"/>
          <p:cNvSpPr/>
          <p:nvPr/>
        </p:nvSpPr>
        <p:spPr>
          <a:xfrm>
            <a:off x="41605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7" name="Shape 235"/>
          <p:cNvSpPr/>
          <p:nvPr/>
        </p:nvSpPr>
        <p:spPr>
          <a:xfrm>
            <a:off x="41605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8" name="Shape 236"/>
          <p:cNvSpPr/>
          <p:nvPr/>
        </p:nvSpPr>
        <p:spPr>
          <a:xfrm>
            <a:off x="41605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9" name="Shape 237"/>
          <p:cNvSpPr/>
          <p:nvPr/>
        </p:nvSpPr>
        <p:spPr>
          <a:xfrm>
            <a:off x="41605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0" name="Shape 238"/>
          <p:cNvSpPr/>
          <p:nvPr/>
        </p:nvSpPr>
        <p:spPr>
          <a:xfrm>
            <a:off x="44805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1" name="Shape 239"/>
          <p:cNvSpPr/>
          <p:nvPr/>
        </p:nvSpPr>
        <p:spPr>
          <a:xfrm>
            <a:off x="44805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2" name="Shape 240"/>
          <p:cNvSpPr/>
          <p:nvPr/>
        </p:nvSpPr>
        <p:spPr>
          <a:xfrm>
            <a:off x="44805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3" name="Shape 241"/>
          <p:cNvSpPr/>
          <p:nvPr/>
        </p:nvSpPr>
        <p:spPr>
          <a:xfrm>
            <a:off x="44805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4" name="Shape 242"/>
          <p:cNvSpPr/>
          <p:nvPr/>
        </p:nvSpPr>
        <p:spPr>
          <a:xfrm>
            <a:off x="44805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5" name="Shape 243"/>
          <p:cNvSpPr/>
          <p:nvPr/>
        </p:nvSpPr>
        <p:spPr>
          <a:xfrm>
            <a:off x="44805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6" name="Shape 244"/>
          <p:cNvSpPr/>
          <p:nvPr/>
        </p:nvSpPr>
        <p:spPr>
          <a:xfrm>
            <a:off x="44805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7" name="Shape 245"/>
          <p:cNvSpPr/>
          <p:nvPr/>
        </p:nvSpPr>
        <p:spPr>
          <a:xfrm>
            <a:off x="44805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8" name="Shape 246"/>
          <p:cNvSpPr/>
          <p:nvPr/>
        </p:nvSpPr>
        <p:spPr>
          <a:xfrm>
            <a:off x="44805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9" name="Shape 247"/>
          <p:cNvSpPr/>
          <p:nvPr/>
        </p:nvSpPr>
        <p:spPr>
          <a:xfrm>
            <a:off x="44805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0" name="Shape 248"/>
          <p:cNvSpPr/>
          <p:nvPr/>
        </p:nvSpPr>
        <p:spPr>
          <a:xfrm>
            <a:off x="44805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1" name="Shape 249"/>
          <p:cNvSpPr/>
          <p:nvPr/>
        </p:nvSpPr>
        <p:spPr>
          <a:xfrm>
            <a:off x="44805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2" name="Shape 250"/>
          <p:cNvSpPr/>
          <p:nvPr/>
        </p:nvSpPr>
        <p:spPr>
          <a:xfrm>
            <a:off x="44805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3" name="Shape 251"/>
          <p:cNvSpPr/>
          <p:nvPr/>
        </p:nvSpPr>
        <p:spPr>
          <a:xfrm>
            <a:off x="44805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4" name="Shape 252"/>
          <p:cNvSpPr/>
          <p:nvPr/>
        </p:nvSpPr>
        <p:spPr>
          <a:xfrm>
            <a:off x="44805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5" name="Shape 253"/>
          <p:cNvSpPr/>
          <p:nvPr/>
        </p:nvSpPr>
        <p:spPr>
          <a:xfrm>
            <a:off x="44805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6" name="Shape 254"/>
          <p:cNvSpPr/>
          <p:nvPr/>
        </p:nvSpPr>
        <p:spPr>
          <a:xfrm>
            <a:off x="44805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7" name="Shape 255"/>
          <p:cNvSpPr/>
          <p:nvPr/>
        </p:nvSpPr>
        <p:spPr>
          <a:xfrm>
            <a:off x="48006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8" name="Shape 256"/>
          <p:cNvSpPr/>
          <p:nvPr/>
        </p:nvSpPr>
        <p:spPr>
          <a:xfrm>
            <a:off x="48006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9" name="Shape 257"/>
          <p:cNvSpPr/>
          <p:nvPr/>
        </p:nvSpPr>
        <p:spPr>
          <a:xfrm>
            <a:off x="48006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0" name="Shape 258"/>
          <p:cNvSpPr/>
          <p:nvPr/>
        </p:nvSpPr>
        <p:spPr>
          <a:xfrm>
            <a:off x="48006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1" name="Shape 259"/>
          <p:cNvSpPr/>
          <p:nvPr/>
        </p:nvSpPr>
        <p:spPr>
          <a:xfrm>
            <a:off x="48006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2" name="Shape 260"/>
          <p:cNvSpPr/>
          <p:nvPr/>
        </p:nvSpPr>
        <p:spPr>
          <a:xfrm>
            <a:off x="48006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3" name="Shape 261"/>
          <p:cNvSpPr/>
          <p:nvPr/>
        </p:nvSpPr>
        <p:spPr>
          <a:xfrm>
            <a:off x="48006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4" name="Shape 262"/>
          <p:cNvSpPr/>
          <p:nvPr/>
        </p:nvSpPr>
        <p:spPr>
          <a:xfrm>
            <a:off x="48006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5" name="Shape 263"/>
          <p:cNvSpPr/>
          <p:nvPr/>
        </p:nvSpPr>
        <p:spPr>
          <a:xfrm>
            <a:off x="48006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6" name="Shape 264"/>
          <p:cNvSpPr/>
          <p:nvPr/>
        </p:nvSpPr>
        <p:spPr>
          <a:xfrm>
            <a:off x="48006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7" name="Shape 265"/>
          <p:cNvSpPr/>
          <p:nvPr/>
        </p:nvSpPr>
        <p:spPr>
          <a:xfrm>
            <a:off x="48006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8" name="Shape 266"/>
          <p:cNvSpPr/>
          <p:nvPr/>
        </p:nvSpPr>
        <p:spPr>
          <a:xfrm>
            <a:off x="48006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9" name="Shape 267"/>
          <p:cNvSpPr/>
          <p:nvPr/>
        </p:nvSpPr>
        <p:spPr>
          <a:xfrm>
            <a:off x="48006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0" name="Shape 268"/>
          <p:cNvSpPr/>
          <p:nvPr/>
        </p:nvSpPr>
        <p:spPr>
          <a:xfrm>
            <a:off x="48006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1" name="Shape 269"/>
          <p:cNvSpPr/>
          <p:nvPr/>
        </p:nvSpPr>
        <p:spPr>
          <a:xfrm>
            <a:off x="48006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2" name="Shape 270"/>
          <p:cNvSpPr/>
          <p:nvPr/>
        </p:nvSpPr>
        <p:spPr>
          <a:xfrm>
            <a:off x="48006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3" name="Shape 271"/>
          <p:cNvSpPr/>
          <p:nvPr/>
        </p:nvSpPr>
        <p:spPr>
          <a:xfrm>
            <a:off x="48006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4" name="Shape 272"/>
          <p:cNvSpPr/>
          <p:nvPr/>
        </p:nvSpPr>
        <p:spPr>
          <a:xfrm>
            <a:off x="51206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5" name="Shape 273"/>
          <p:cNvSpPr/>
          <p:nvPr/>
        </p:nvSpPr>
        <p:spPr>
          <a:xfrm>
            <a:off x="51206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6" name="Shape 274"/>
          <p:cNvSpPr/>
          <p:nvPr/>
        </p:nvSpPr>
        <p:spPr>
          <a:xfrm>
            <a:off x="51206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7" name="Shape 275"/>
          <p:cNvSpPr/>
          <p:nvPr/>
        </p:nvSpPr>
        <p:spPr>
          <a:xfrm>
            <a:off x="51206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8" name="Shape 276"/>
          <p:cNvSpPr/>
          <p:nvPr/>
        </p:nvSpPr>
        <p:spPr>
          <a:xfrm>
            <a:off x="51206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9" name="Shape 277"/>
          <p:cNvSpPr/>
          <p:nvPr/>
        </p:nvSpPr>
        <p:spPr>
          <a:xfrm>
            <a:off x="51206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0" name="Shape 278"/>
          <p:cNvSpPr/>
          <p:nvPr/>
        </p:nvSpPr>
        <p:spPr>
          <a:xfrm>
            <a:off x="51206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1" name="Shape 279"/>
          <p:cNvSpPr/>
          <p:nvPr/>
        </p:nvSpPr>
        <p:spPr>
          <a:xfrm>
            <a:off x="51206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2" name="Shape 280"/>
          <p:cNvSpPr/>
          <p:nvPr/>
        </p:nvSpPr>
        <p:spPr>
          <a:xfrm>
            <a:off x="51206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3" name="Shape 281"/>
          <p:cNvSpPr/>
          <p:nvPr/>
        </p:nvSpPr>
        <p:spPr>
          <a:xfrm>
            <a:off x="51206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4" name="Shape 282"/>
          <p:cNvSpPr/>
          <p:nvPr/>
        </p:nvSpPr>
        <p:spPr>
          <a:xfrm>
            <a:off x="51206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5" name="Shape 283"/>
          <p:cNvSpPr/>
          <p:nvPr/>
        </p:nvSpPr>
        <p:spPr>
          <a:xfrm>
            <a:off x="51206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6" name="Shape 284"/>
          <p:cNvSpPr/>
          <p:nvPr/>
        </p:nvSpPr>
        <p:spPr>
          <a:xfrm>
            <a:off x="51206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7" name="Shape 285"/>
          <p:cNvSpPr/>
          <p:nvPr/>
        </p:nvSpPr>
        <p:spPr>
          <a:xfrm>
            <a:off x="51206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8" name="Shape 286"/>
          <p:cNvSpPr/>
          <p:nvPr/>
        </p:nvSpPr>
        <p:spPr>
          <a:xfrm>
            <a:off x="51206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9" name="Shape 287"/>
          <p:cNvSpPr/>
          <p:nvPr/>
        </p:nvSpPr>
        <p:spPr>
          <a:xfrm>
            <a:off x="51206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0" name="Shape 288"/>
          <p:cNvSpPr/>
          <p:nvPr/>
        </p:nvSpPr>
        <p:spPr>
          <a:xfrm>
            <a:off x="51206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1" name="Shape 289"/>
          <p:cNvSpPr/>
          <p:nvPr/>
        </p:nvSpPr>
        <p:spPr>
          <a:xfrm>
            <a:off x="54406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2" name="Shape 290"/>
          <p:cNvSpPr/>
          <p:nvPr/>
        </p:nvSpPr>
        <p:spPr>
          <a:xfrm>
            <a:off x="54406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3" name="Shape 291"/>
          <p:cNvSpPr/>
          <p:nvPr/>
        </p:nvSpPr>
        <p:spPr>
          <a:xfrm>
            <a:off x="54406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4" name="Shape 292"/>
          <p:cNvSpPr/>
          <p:nvPr/>
        </p:nvSpPr>
        <p:spPr>
          <a:xfrm>
            <a:off x="54406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5" name="Shape 293"/>
          <p:cNvSpPr/>
          <p:nvPr/>
        </p:nvSpPr>
        <p:spPr>
          <a:xfrm>
            <a:off x="54406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6" name="Shape 294"/>
          <p:cNvSpPr/>
          <p:nvPr/>
        </p:nvSpPr>
        <p:spPr>
          <a:xfrm>
            <a:off x="54406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7" name="Shape 295"/>
          <p:cNvSpPr/>
          <p:nvPr/>
        </p:nvSpPr>
        <p:spPr>
          <a:xfrm>
            <a:off x="54406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8" name="Shape 296"/>
          <p:cNvSpPr/>
          <p:nvPr/>
        </p:nvSpPr>
        <p:spPr>
          <a:xfrm>
            <a:off x="54406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9" name="Shape 297"/>
          <p:cNvSpPr/>
          <p:nvPr/>
        </p:nvSpPr>
        <p:spPr>
          <a:xfrm>
            <a:off x="54406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0" name="Shape 298"/>
          <p:cNvSpPr/>
          <p:nvPr/>
        </p:nvSpPr>
        <p:spPr>
          <a:xfrm>
            <a:off x="54406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1" name="Shape 299"/>
          <p:cNvSpPr/>
          <p:nvPr/>
        </p:nvSpPr>
        <p:spPr>
          <a:xfrm>
            <a:off x="54406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2" name="Shape 300"/>
          <p:cNvSpPr/>
          <p:nvPr/>
        </p:nvSpPr>
        <p:spPr>
          <a:xfrm>
            <a:off x="54406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3" name="Shape 301"/>
          <p:cNvSpPr/>
          <p:nvPr/>
        </p:nvSpPr>
        <p:spPr>
          <a:xfrm>
            <a:off x="54406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4" name="Shape 302"/>
          <p:cNvSpPr/>
          <p:nvPr/>
        </p:nvSpPr>
        <p:spPr>
          <a:xfrm>
            <a:off x="54406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5" name="Shape 303"/>
          <p:cNvSpPr/>
          <p:nvPr/>
        </p:nvSpPr>
        <p:spPr>
          <a:xfrm>
            <a:off x="54406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6" name="Shape 304"/>
          <p:cNvSpPr/>
          <p:nvPr/>
        </p:nvSpPr>
        <p:spPr>
          <a:xfrm>
            <a:off x="54406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7" name="Shape 305"/>
          <p:cNvSpPr/>
          <p:nvPr/>
        </p:nvSpPr>
        <p:spPr>
          <a:xfrm>
            <a:off x="54406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8" name="Shape 306"/>
          <p:cNvSpPr/>
          <p:nvPr/>
        </p:nvSpPr>
        <p:spPr>
          <a:xfrm>
            <a:off x="57607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9" name="Shape 307"/>
          <p:cNvSpPr/>
          <p:nvPr/>
        </p:nvSpPr>
        <p:spPr>
          <a:xfrm>
            <a:off x="57607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0" name="Shape 308"/>
          <p:cNvSpPr/>
          <p:nvPr/>
        </p:nvSpPr>
        <p:spPr>
          <a:xfrm>
            <a:off x="57607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1" name="Shape 309"/>
          <p:cNvSpPr/>
          <p:nvPr/>
        </p:nvSpPr>
        <p:spPr>
          <a:xfrm>
            <a:off x="57607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2" name="Shape 310"/>
          <p:cNvSpPr/>
          <p:nvPr/>
        </p:nvSpPr>
        <p:spPr>
          <a:xfrm>
            <a:off x="57607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3" name="Shape 311"/>
          <p:cNvSpPr/>
          <p:nvPr/>
        </p:nvSpPr>
        <p:spPr>
          <a:xfrm>
            <a:off x="57607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4" name="Shape 312"/>
          <p:cNvSpPr/>
          <p:nvPr/>
        </p:nvSpPr>
        <p:spPr>
          <a:xfrm>
            <a:off x="57607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5" name="Shape 313"/>
          <p:cNvSpPr/>
          <p:nvPr/>
        </p:nvSpPr>
        <p:spPr>
          <a:xfrm>
            <a:off x="57607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6" name="Shape 314"/>
          <p:cNvSpPr/>
          <p:nvPr/>
        </p:nvSpPr>
        <p:spPr>
          <a:xfrm>
            <a:off x="57607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7" name="Shape 315"/>
          <p:cNvSpPr/>
          <p:nvPr/>
        </p:nvSpPr>
        <p:spPr>
          <a:xfrm>
            <a:off x="57607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8" name="Shape 316"/>
          <p:cNvSpPr/>
          <p:nvPr/>
        </p:nvSpPr>
        <p:spPr>
          <a:xfrm>
            <a:off x="57607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9" name="Shape 317"/>
          <p:cNvSpPr/>
          <p:nvPr/>
        </p:nvSpPr>
        <p:spPr>
          <a:xfrm>
            <a:off x="57607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0" name="Shape 318"/>
          <p:cNvSpPr/>
          <p:nvPr/>
        </p:nvSpPr>
        <p:spPr>
          <a:xfrm>
            <a:off x="57607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1" name="Shape 319"/>
          <p:cNvSpPr/>
          <p:nvPr/>
        </p:nvSpPr>
        <p:spPr>
          <a:xfrm>
            <a:off x="57607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2" name="Shape 320"/>
          <p:cNvSpPr/>
          <p:nvPr/>
        </p:nvSpPr>
        <p:spPr>
          <a:xfrm>
            <a:off x="57607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3" name="Shape 321"/>
          <p:cNvSpPr/>
          <p:nvPr/>
        </p:nvSpPr>
        <p:spPr>
          <a:xfrm>
            <a:off x="57607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4" name="Shape 322"/>
          <p:cNvSpPr/>
          <p:nvPr/>
        </p:nvSpPr>
        <p:spPr>
          <a:xfrm>
            <a:off x="57607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5" name="Shape 323"/>
          <p:cNvSpPr/>
          <p:nvPr/>
        </p:nvSpPr>
        <p:spPr>
          <a:xfrm>
            <a:off x="60807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6" name="Shape 324"/>
          <p:cNvSpPr/>
          <p:nvPr/>
        </p:nvSpPr>
        <p:spPr>
          <a:xfrm>
            <a:off x="60807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7" name="Shape 325"/>
          <p:cNvSpPr/>
          <p:nvPr/>
        </p:nvSpPr>
        <p:spPr>
          <a:xfrm>
            <a:off x="60807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8" name="Shape 326"/>
          <p:cNvSpPr/>
          <p:nvPr/>
        </p:nvSpPr>
        <p:spPr>
          <a:xfrm>
            <a:off x="60807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9" name="Shape 327"/>
          <p:cNvSpPr/>
          <p:nvPr/>
        </p:nvSpPr>
        <p:spPr>
          <a:xfrm>
            <a:off x="60807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0" name="Shape 328"/>
          <p:cNvSpPr/>
          <p:nvPr/>
        </p:nvSpPr>
        <p:spPr>
          <a:xfrm>
            <a:off x="60807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1" name="Shape 329"/>
          <p:cNvSpPr/>
          <p:nvPr/>
        </p:nvSpPr>
        <p:spPr>
          <a:xfrm>
            <a:off x="60807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2" name="Shape 330"/>
          <p:cNvSpPr/>
          <p:nvPr/>
        </p:nvSpPr>
        <p:spPr>
          <a:xfrm>
            <a:off x="60807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3" name="Shape 331"/>
          <p:cNvSpPr/>
          <p:nvPr/>
        </p:nvSpPr>
        <p:spPr>
          <a:xfrm>
            <a:off x="60807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4" name="Shape 332"/>
          <p:cNvSpPr/>
          <p:nvPr/>
        </p:nvSpPr>
        <p:spPr>
          <a:xfrm>
            <a:off x="60807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5" name="Shape 333"/>
          <p:cNvSpPr/>
          <p:nvPr/>
        </p:nvSpPr>
        <p:spPr>
          <a:xfrm>
            <a:off x="60807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6" name="Shape 334"/>
          <p:cNvSpPr/>
          <p:nvPr/>
        </p:nvSpPr>
        <p:spPr>
          <a:xfrm>
            <a:off x="60807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7" name="Shape 335"/>
          <p:cNvSpPr/>
          <p:nvPr/>
        </p:nvSpPr>
        <p:spPr>
          <a:xfrm>
            <a:off x="60807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8" name="Shape 336"/>
          <p:cNvSpPr/>
          <p:nvPr/>
        </p:nvSpPr>
        <p:spPr>
          <a:xfrm>
            <a:off x="60807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9" name="Shape 337"/>
          <p:cNvSpPr/>
          <p:nvPr/>
        </p:nvSpPr>
        <p:spPr>
          <a:xfrm>
            <a:off x="60807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0" name="Shape 338"/>
          <p:cNvSpPr/>
          <p:nvPr/>
        </p:nvSpPr>
        <p:spPr>
          <a:xfrm>
            <a:off x="60807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1" name="Shape 339"/>
          <p:cNvSpPr/>
          <p:nvPr/>
        </p:nvSpPr>
        <p:spPr>
          <a:xfrm>
            <a:off x="60807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2" name="Shape 340"/>
          <p:cNvSpPr/>
          <p:nvPr/>
        </p:nvSpPr>
        <p:spPr>
          <a:xfrm>
            <a:off x="64008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3" name="Shape 341"/>
          <p:cNvSpPr/>
          <p:nvPr/>
        </p:nvSpPr>
        <p:spPr>
          <a:xfrm>
            <a:off x="64008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4" name="Shape 342"/>
          <p:cNvSpPr/>
          <p:nvPr/>
        </p:nvSpPr>
        <p:spPr>
          <a:xfrm>
            <a:off x="64008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5" name="Shape 343"/>
          <p:cNvSpPr/>
          <p:nvPr/>
        </p:nvSpPr>
        <p:spPr>
          <a:xfrm>
            <a:off x="64008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6" name="Shape 344"/>
          <p:cNvSpPr/>
          <p:nvPr/>
        </p:nvSpPr>
        <p:spPr>
          <a:xfrm>
            <a:off x="64008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7" name="Shape 345"/>
          <p:cNvSpPr/>
          <p:nvPr/>
        </p:nvSpPr>
        <p:spPr>
          <a:xfrm>
            <a:off x="64008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8" name="Shape 346"/>
          <p:cNvSpPr/>
          <p:nvPr/>
        </p:nvSpPr>
        <p:spPr>
          <a:xfrm>
            <a:off x="64008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9" name="Shape 347"/>
          <p:cNvSpPr/>
          <p:nvPr/>
        </p:nvSpPr>
        <p:spPr>
          <a:xfrm>
            <a:off x="64008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0" name="Shape 348"/>
          <p:cNvSpPr/>
          <p:nvPr/>
        </p:nvSpPr>
        <p:spPr>
          <a:xfrm>
            <a:off x="64008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1" name="Shape 349"/>
          <p:cNvSpPr/>
          <p:nvPr/>
        </p:nvSpPr>
        <p:spPr>
          <a:xfrm>
            <a:off x="64008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2" name="Shape 350"/>
          <p:cNvSpPr/>
          <p:nvPr/>
        </p:nvSpPr>
        <p:spPr>
          <a:xfrm>
            <a:off x="64008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3" name="Shape 351"/>
          <p:cNvSpPr/>
          <p:nvPr/>
        </p:nvSpPr>
        <p:spPr>
          <a:xfrm>
            <a:off x="64008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4" name="Shape 352"/>
          <p:cNvSpPr/>
          <p:nvPr/>
        </p:nvSpPr>
        <p:spPr>
          <a:xfrm>
            <a:off x="64008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5" name="Shape 353"/>
          <p:cNvSpPr/>
          <p:nvPr/>
        </p:nvSpPr>
        <p:spPr>
          <a:xfrm>
            <a:off x="64008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6" name="Shape 354"/>
          <p:cNvSpPr/>
          <p:nvPr/>
        </p:nvSpPr>
        <p:spPr>
          <a:xfrm>
            <a:off x="64008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7" name="Shape 355"/>
          <p:cNvSpPr/>
          <p:nvPr/>
        </p:nvSpPr>
        <p:spPr>
          <a:xfrm>
            <a:off x="64008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8" name="Shape 356"/>
          <p:cNvSpPr/>
          <p:nvPr/>
        </p:nvSpPr>
        <p:spPr>
          <a:xfrm>
            <a:off x="64008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9" name="Shape 357"/>
          <p:cNvSpPr/>
          <p:nvPr/>
        </p:nvSpPr>
        <p:spPr>
          <a:xfrm>
            <a:off x="67208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0" name="Shape 358"/>
          <p:cNvSpPr/>
          <p:nvPr/>
        </p:nvSpPr>
        <p:spPr>
          <a:xfrm>
            <a:off x="67208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1" name="Shape 359"/>
          <p:cNvSpPr/>
          <p:nvPr/>
        </p:nvSpPr>
        <p:spPr>
          <a:xfrm>
            <a:off x="67208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2" name="Shape 360"/>
          <p:cNvSpPr/>
          <p:nvPr/>
        </p:nvSpPr>
        <p:spPr>
          <a:xfrm>
            <a:off x="67208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3" name="Shape 361"/>
          <p:cNvSpPr/>
          <p:nvPr/>
        </p:nvSpPr>
        <p:spPr>
          <a:xfrm>
            <a:off x="67208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4" name="Shape 362"/>
          <p:cNvSpPr/>
          <p:nvPr/>
        </p:nvSpPr>
        <p:spPr>
          <a:xfrm>
            <a:off x="67208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5" name="Shape 363"/>
          <p:cNvSpPr/>
          <p:nvPr/>
        </p:nvSpPr>
        <p:spPr>
          <a:xfrm>
            <a:off x="67208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6" name="Shape 364"/>
          <p:cNvSpPr/>
          <p:nvPr/>
        </p:nvSpPr>
        <p:spPr>
          <a:xfrm>
            <a:off x="67208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7" name="Shape 365"/>
          <p:cNvSpPr/>
          <p:nvPr/>
        </p:nvSpPr>
        <p:spPr>
          <a:xfrm>
            <a:off x="67208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8" name="Shape 366"/>
          <p:cNvSpPr/>
          <p:nvPr/>
        </p:nvSpPr>
        <p:spPr>
          <a:xfrm>
            <a:off x="67208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9" name="Shape 367"/>
          <p:cNvSpPr/>
          <p:nvPr/>
        </p:nvSpPr>
        <p:spPr>
          <a:xfrm>
            <a:off x="67208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0" name="Shape 368"/>
          <p:cNvSpPr/>
          <p:nvPr/>
        </p:nvSpPr>
        <p:spPr>
          <a:xfrm>
            <a:off x="67208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1" name="Shape 369"/>
          <p:cNvSpPr/>
          <p:nvPr/>
        </p:nvSpPr>
        <p:spPr>
          <a:xfrm>
            <a:off x="67208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2" name="Shape 370"/>
          <p:cNvSpPr/>
          <p:nvPr/>
        </p:nvSpPr>
        <p:spPr>
          <a:xfrm>
            <a:off x="67208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3" name="Shape 371"/>
          <p:cNvSpPr/>
          <p:nvPr/>
        </p:nvSpPr>
        <p:spPr>
          <a:xfrm>
            <a:off x="67208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4" name="Shape 372"/>
          <p:cNvSpPr/>
          <p:nvPr/>
        </p:nvSpPr>
        <p:spPr>
          <a:xfrm>
            <a:off x="67208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5" name="Shape 373"/>
          <p:cNvSpPr/>
          <p:nvPr/>
        </p:nvSpPr>
        <p:spPr>
          <a:xfrm>
            <a:off x="67208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6" name="Shape 374"/>
          <p:cNvSpPr/>
          <p:nvPr/>
        </p:nvSpPr>
        <p:spPr>
          <a:xfrm>
            <a:off x="70408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7" name="Shape 375"/>
          <p:cNvSpPr/>
          <p:nvPr/>
        </p:nvSpPr>
        <p:spPr>
          <a:xfrm>
            <a:off x="70408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8" name="Shape 376"/>
          <p:cNvSpPr/>
          <p:nvPr/>
        </p:nvSpPr>
        <p:spPr>
          <a:xfrm>
            <a:off x="70408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9" name="Shape 377"/>
          <p:cNvSpPr/>
          <p:nvPr/>
        </p:nvSpPr>
        <p:spPr>
          <a:xfrm>
            <a:off x="70408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0" name="Shape 378"/>
          <p:cNvSpPr/>
          <p:nvPr/>
        </p:nvSpPr>
        <p:spPr>
          <a:xfrm>
            <a:off x="70408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1" name="Shape 379"/>
          <p:cNvSpPr/>
          <p:nvPr/>
        </p:nvSpPr>
        <p:spPr>
          <a:xfrm>
            <a:off x="70408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2" name="Shape 380"/>
          <p:cNvSpPr/>
          <p:nvPr/>
        </p:nvSpPr>
        <p:spPr>
          <a:xfrm>
            <a:off x="70408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3" name="Shape 381"/>
          <p:cNvSpPr/>
          <p:nvPr/>
        </p:nvSpPr>
        <p:spPr>
          <a:xfrm>
            <a:off x="70408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4" name="Shape 382"/>
          <p:cNvSpPr/>
          <p:nvPr/>
        </p:nvSpPr>
        <p:spPr>
          <a:xfrm>
            <a:off x="70408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5" name="Shape 383"/>
          <p:cNvSpPr/>
          <p:nvPr/>
        </p:nvSpPr>
        <p:spPr>
          <a:xfrm>
            <a:off x="70408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6" name="Shape 384"/>
          <p:cNvSpPr/>
          <p:nvPr/>
        </p:nvSpPr>
        <p:spPr>
          <a:xfrm>
            <a:off x="70408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7" name="Shape 385"/>
          <p:cNvSpPr/>
          <p:nvPr/>
        </p:nvSpPr>
        <p:spPr>
          <a:xfrm>
            <a:off x="70408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8" name="Shape 386"/>
          <p:cNvSpPr/>
          <p:nvPr/>
        </p:nvSpPr>
        <p:spPr>
          <a:xfrm>
            <a:off x="70408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9" name="Shape 387"/>
          <p:cNvSpPr/>
          <p:nvPr/>
        </p:nvSpPr>
        <p:spPr>
          <a:xfrm>
            <a:off x="70408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0" name="Shape 388"/>
          <p:cNvSpPr/>
          <p:nvPr/>
        </p:nvSpPr>
        <p:spPr>
          <a:xfrm>
            <a:off x="70408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1" name="Shape 389"/>
          <p:cNvSpPr/>
          <p:nvPr/>
        </p:nvSpPr>
        <p:spPr>
          <a:xfrm>
            <a:off x="70408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2" name="Shape 390"/>
          <p:cNvSpPr/>
          <p:nvPr/>
        </p:nvSpPr>
        <p:spPr>
          <a:xfrm>
            <a:off x="70408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3" name="Shape 391"/>
          <p:cNvSpPr/>
          <p:nvPr/>
        </p:nvSpPr>
        <p:spPr>
          <a:xfrm>
            <a:off x="73609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4" name="Shape 392"/>
          <p:cNvSpPr/>
          <p:nvPr/>
        </p:nvSpPr>
        <p:spPr>
          <a:xfrm>
            <a:off x="73609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5" name="Shape 393"/>
          <p:cNvSpPr/>
          <p:nvPr/>
        </p:nvSpPr>
        <p:spPr>
          <a:xfrm>
            <a:off x="73609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6" name="Shape 394"/>
          <p:cNvSpPr/>
          <p:nvPr/>
        </p:nvSpPr>
        <p:spPr>
          <a:xfrm>
            <a:off x="73609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7" name="Shape 395"/>
          <p:cNvSpPr/>
          <p:nvPr/>
        </p:nvSpPr>
        <p:spPr>
          <a:xfrm>
            <a:off x="73609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8" name="Shape 396"/>
          <p:cNvSpPr/>
          <p:nvPr/>
        </p:nvSpPr>
        <p:spPr>
          <a:xfrm>
            <a:off x="73609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9" name="Shape 397"/>
          <p:cNvSpPr/>
          <p:nvPr/>
        </p:nvSpPr>
        <p:spPr>
          <a:xfrm>
            <a:off x="73609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0" name="Shape 398"/>
          <p:cNvSpPr/>
          <p:nvPr/>
        </p:nvSpPr>
        <p:spPr>
          <a:xfrm>
            <a:off x="73609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1" name="Shape 399"/>
          <p:cNvSpPr/>
          <p:nvPr/>
        </p:nvSpPr>
        <p:spPr>
          <a:xfrm>
            <a:off x="73609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2" name="Shape 400"/>
          <p:cNvSpPr/>
          <p:nvPr/>
        </p:nvSpPr>
        <p:spPr>
          <a:xfrm>
            <a:off x="73609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3" name="Shape 401"/>
          <p:cNvSpPr/>
          <p:nvPr/>
        </p:nvSpPr>
        <p:spPr>
          <a:xfrm>
            <a:off x="73609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4" name="Shape 402"/>
          <p:cNvSpPr/>
          <p:nvPr/>
        </p:nvSpPr>
        <p:spPr>
          <a:xfrm>
            <a:off x="73609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5" name="Shape 403"/>
          <p:cNvSpPr/>
          <p:nvPr/>
        </p:nvSpPr>
        <p:spPr>
          <a:xfrm>
            <a:off x="73609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6" name="Shape 404"/>
          <p:cNvSpPr/>
          <p:nvPr/>
        </p:nvSpPr>
        <p:spPr>
          <a:xfrm>
            <a:off x="73609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7" name="Shape 405"/>
          <p:cNvSpPr/>
          <p:nvPr/>
        </p:nvSpPr>
        <p:spPr>
          <a:xfrm>
            <a:off x="73609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8" name="Shape 406"/>
          <p:cNvSpPr/>
          <p:nvPr/>
        </p:nvSpPr>
        <p:spPr>
          <a:xfrm>
            <a:off x="73609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9" name="Shape 407"/>
          <p:cNvSpPr/>
          <p:nvPr/>
        </p:nvSpPr>
        <p:spPr>
          <a:xfrm>
            <a:off x="73609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0" name="Shape 408"/>
          <p:cNvSpPr/>
          <p:nvPr/>
        </p:nvSpPr>
        <p:spPr>
          <a:xfrm>
            <a:off x="76809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1" name="Shape 409"/>
          <p:cNvSpPr/>
          <p:nvPr/>
        </p:nvSpPr>
        <p:spPr>
          <a:xfrm>
            <a:off x="76809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2" name="Shape 410"/>
          <p:cNvSpPr/>
          <p:nvPr/>
        </p:nvSpPr>
        <p:spPr>
          <a:xfrm>
            <a:off x="76809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3" name="Shape 411"/>
          <p:cNvSpPr/>
          <p:nvPr/>
        </p:nvSpPr>
        <p:spPr>
          <a:xfrm>
            <a:off x="76809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4" name="Shape 412"/>
          <p:cNvSpPr/>
          <p:nvPr/>
        </p:nvSpPr>
        <p:spPr>
          <a:xfrm>
            <a:off x="76809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5" name="Shape 413"/>
          <p:cNvSpPr/>
          <p:nvPr/>
        </p:nvSpPr>
        <p:spPr>
          <a:xfrm>
            <a:off x="76809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6" name="Shape 414"/>
          <p:cNvSpPr/>
          <p:nvPr/>
        </p:nvSpPr>
        <p:spPr>
          <a:xfrm>
            <a:off x="76809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7" name="Shape 415"/>
          <p:cNvSpPr/>
          <p:nvPr/>
        </p:nvSpPr>
        <p:spPr>
          <a:xfrm>
            <a:off x="76809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8" name="Shape 416"/>
          <p:cNvSpPr/>
          <p:nvPr/>
        </p:nvSpPr>
        <p:spPr>
          <a:xfrm>
            <a:off x="76809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9" name="Shape 417"/>
          <p:cNvSpPr/>
          <p:nvPr/>
        </p:nvSpPr>
        <p:spPr>
          <a:xfrm>
            <a:off x="76809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0" name="Shape 418"/>
          <p:cNvSpPr/>
          <p:nvPr/>
        </p:nvSpPr>
        <p:spPr>
          <a:xfrm>
            <a:off x="76809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1" name="Shape 419"/>
          <p:cNvSpPr/>
          <p:nvPr/>
        </p:nvSpPr>
        <p:spPr>
          <a:xfrm>
            <a:off x="76809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2" name="Shape 420"/>
          <p:cNvSpPr/>
          <p:nvPr/>
        </p:nvSpPr>
        <p:spPr>
          <a:xfrm>
            <a:off x="76809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3" name="Shape 421"/>
          <p:cNvSpPr/>
          <p:nvPr/>
        </p:nvSpPr>
        <p:spPr>
          <a:xfrm>
            <a:off x="76809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4" name="Shape 422"/>
          <p:cNvSpPr/>
          <p:nvPr/>
        </p:nvSpPr>
        <p:spPr>
          <a:xfrm>
            <a:off x="76809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5" name="Shape 423"/>
          <p:cNvSpPr/>
          <p:nvPr/>
        </p:nvSpPr>
        <p:spPr>
          <a:xfrm>
            <a:off x="76809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6" name="Shape 424"/>
          <p:cNvSpPr/>
          <p:nvPr/>
        </p:nvSpPr>
        <p:spPr>
          <a:xfrm>
            <a:off x="76809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7" name="Shape 425"/>
          <p:cNvSpPr/>
          <p:nvPr/>
        </p:nvSpPr>
        <p:spPr>
          <a:xfrm>
            <a:off x="80010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8" name="Shape 426"/>
          <p:cNvSpPr/>
          <p:nvPr/>
        </p:nvSpPr>
        <p:spPr>
          <a:xfrm>
            <a:off x="80010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9" name="Shape 427"/>
          <p:cNvSpPr/>
          <p:nvPr/>
        </p:nvSpPr>
        <p:spPr>
          <a:xfrm>
            <a:off x="80010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0" name="Shape 428"/>
          <p:cNvSpPr/>
          <p:nvPr/>
        </p:nvSpPr>
        <p:spPr>
          <a:xfrm>
            <a:off x="80010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1" name="Shape 429"/>
          <p:cNvSpPr/>
          <p:nvPr/>
        </p:nvSpPr>
        <p:spPr>
          <a:xfrm>
            <a:off x="80010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2" name="Shape 430"/>
          <p:cNvSpPr/>
          <p:nvPr/>
        </p:nvSpPr>
        <p:spPr>
          <a:xfrm>
            <a:off x="80010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3" name="Shape 431"/>
          <p:cNvSpPr/>
          <p:nvPr/>
        </p:nvSpPr>
        <p:spPr>
          <a:xfrm>
            <a:off x="80010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4" name="Shape 432"/>
          <p:cNvSpPr/>
          <p:nvPr/>
        </p:nvSpPr>
        <p:spPr>
          <a:xfrm>
            <a:off x="80010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5" name="Shape 433"/>
          <p:cNvSpPr/>
          <p:nvPr/>
        </p:nvSpPr>
        <p:spPr>
          <a:xfrm>
            <a:off x="80010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6" name="Shape 434"/>
          <p:cNvSpPr/>
          <p:nvPr/>
        </p:nvSpPr>
        <p:spPr>
          <a:xfrm>
            <a:off x="80010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7" name="Shape 435"/>
          <p:cNvSpPr/>
          <p:nvPr/>
        </p:nvSpPr>
        <p:spPr>
          <a:xfrm>
            <a:off x="80010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8" name="Shape 436"/>
          <p:cNvSpPr/>
          <p:nvPr/>
        </p:nvSpPr>
        <p:spPr>
          <a:xfrm>
            <a:off x="80010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9" name="Shape 437"/>
          <p:cNvSpPr/>
          <p:nvPr/>
        </p:nvSpPr>
        <p:spPr>
          <a:xfrm>
            <a:off x="80010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0" name="Shape 438"/>
          <p:cNvSpPr/>
          <p:nvPr/>
        </p:nvSpPr>
        <p:spPr>
          <a:xfrm>
            <a:off x="80010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1" name="Shape 439"/>
          <p:cNvSpPr/>
          <p:nvPr/>
        </p:nvSpPr>
        <p:spPr>
          <a:xfrm>
            <a:off x="80010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2" name="Shape 440"/>
          <p:cNvSpPr/>
          <p:nvPr/>
        </p:nvSpPr>
        <p:spPr>
          <a:xfrm>
            <a:off x="80010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3" name="Shape 441"/>
          <p:cNvSpPr/>
          <p:nvPr/>
        </p:nvSpPr>
        <p:spPr>
          <a:xfrm>
            <a:off x="80010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4" name="Shape 442"/>
          <p:cNvSpPr/>
          <p:nvPr/>
        </p:nvSpPr>
        <p:spPr>
          <a:xfrm>
            <a:off x="83210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5" name="Shape 443"/>
          <p:cNvSpPr/>
          <p:nvPr/>
        </p:nvSpPr>
        <p:spPr>
          <a:xfrm>
            <a:off x="83210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6" name="Shape 444"/>
          <p:cNvSpPr/>
          <p:nvPr/>
        </p:nvSpPr>
        <p:spPr>
          <a:xfrm>
            <a:off x="83210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7" name="Shape 445"/>
          <p:cNvSpPr/>
          <p:nvPr/>
        </p:nvSpPr>
        <p:spPr>
          <a:xfrm>
            <a:off x="83210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8" name="Shape 446"/>
          <p:cNvSpPr/>
          <p:nvPr/>
        </p:nvSpPr>
        <p:spPr>
          <a:xfrm>
            <a:off x="83210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9" name="Shape 447"/>
          <p:cNvSpPr/>
          <p:nvPr/>
        </p:nvSpPr>
        <p:spPr>
          <a:xfrm>
            <a:off x="83210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0" name="Shape 448"/>
          <p:cNvSpPr/>
          <p:nvPr/>
        </p:nvSpPr>
        <p:spPr>
          <a:xfrm>
            <a:off x="83210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1" name="Shape 449"/>
          <p:cNvSpPr/>
          <p:nvPr/>
        </p:nvSpPr>
        <p:spPr>
          <a:xfrm>
            <a:off x="83210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2" name="Shape 450"/>
          <p:cNvSpPr/>
          <p:nvPr/>
        </p:nvSpPr>
        <p:spPr>
          <a:xfrm>
            <a:off x="83210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3" name="Shape 451"/>
          <p:cNvSpPr/>
          <p:nvPr/>
        </p:nvSpPr>
        <p:spPr>
          <a:xfrm>
            <a:off x="83210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4" name="Shape 452"/>
          <p:cNvSpPr/>
          <p:nvPr/>
        </p:nvSpPr>
        <p:spPr>
          <a:xfrm>
            <a:off x="83210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5" name="Shape 453"/>
          <p:cNvSpPr/>
          <p:nvPr/>
        </p:nvSpPr>
        <p:spPr>
          <a:xfrm>
            <a:off x="83210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6" name="Shape 454"/>
          <p:cNvSpPr/>
          <p:nvPr/>
        </p:nvSpPr>
        <p:spPr>
          <a:xfrm>
            <a:off x="83210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7" name="Shape 455"/>
          <p:cNvSpPr/>
          <p:nvPr/>
        </p:nvSpPr>
        <p:spPr>
          <a:xfrm>
            <a:off x="83210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8" name="Shape 456"/>
          <p:cNvSpPr/>
          <p:nvPr/>
        </p:nvSpPr>
        <p:spPr>
          <a:xfrm>
            <a:off x="83210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9" name="Shape 457"/>
          <p:cNvSpPr/>
          <p:nvPr/>
        </p:nvSpPr>
        <p:spPr>
          <a:xfrm>
            <a:off x="83210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0" name="Shape 458"/>
          <p:cNvSpPr/>
          <p:nvPr/>
        </p:nvSpPr>
        <p:spPr>
          <a:xfrm>
            <a:off x="83210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1" name="Shape 459"/>
          <p:cNvSpPr/>
          <p:nvPr/>
        </p:nvSpPr>
        <p:spPr>
          <a:xfrm>
            <a:off x="86410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2" name="Shape 460"/>
          <p:cNvSpPr/>
          <p:nvPr/>
        </p:nvSpPr>
        <p:spPr>
          <a:xfrm>
            <a:off x="86410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3" name="Shape 461"/>
          <p:cNvSpPr/>
          <p:nvPr/>
        </p:nvSpPr>
        <p:spPr>
          <a:xfrm>
            <a:off x="86410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4" name="Shape 462"/>
          <p:cNvSpPr/>
          <p:nvPr/>
        </p:nvSpPr>
        <p:spPr>
          <a:xfrm>
            <a:off x="86410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5" name="Shape 463"/>
          <p:cNvSpPr/>
          <p:nvPr/>
        </p:nvSpPr>
        <p:spPr>
          <a:xfrm>
            <a:off x="86410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6" name="Shape 464"/>
          <p:cNvSpPr/>
          <p:nvPr/>
        </p:nvSpPr>
        <p:spPr>
          <a:xfrm>
            <a:off x="86410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7" name="Shape 465"/>
          <p:cNvSpPr/>
          <p:nvPr/>
        </p:nvSpPr>
        <p:spPr>
          <a:xfrm>
            <a:off x="86410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8" name="Shape 466"/>
          <p:cNvSpPr/>
          <p:nvPr/>
        </p:nvSpPr>
        <p:spPr>
          <a:xfrm>
            <a:off x="86410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9" name="Shape 467"/>
          <p:cNvSpPr/>
          <p:nvPr/>
        </p:nvSpPr>
        <p:spPr>
          <a:xfrm>
            <a:off x="86410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0" name="Shape 468"/>
          <p:cNvSpPr/>
          <p:nvPr/>
        </p:nvSpPr>
        <p:spPr>
          <a:xfrm>
            <a:off x="86410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1" name="Shape 469"/>
          <p:cNvSpPr/>
          <p:nvPr/>
        </p:nvSpPr>
        <p:spPr>
          <a:xfrm>
            <a:off x="86410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2" name="Shape 470"/>
          <p:cNvSpPr/>
          <p:nvPr/>
        </p:nvSpPr>
        <p:spPr>
          <a:xfrm>
            <a:off x="86410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3" name="Shape 471"/>
          <p:cNvSpPr/>
          <p:nvPr/>
        </p:nvSpPr>
        <p:spPr>
          <a:xfrm>
            <a:off x="86410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4" name="Shape 472"/>
          <p:cNvSpPr/>
          <p:nvPr/>
        </p:nvSpPr>
        <p:spPr>
          <a:xfrm>
            <a:off x="86410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5" name="Shape 473"/>
          <p:cNvSpPr/>
          <p:nvPr/>
        </p:nvSpPr>
        <p:spPr>
          <a:xfrm>
            <a:off x="86410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6" name="Shape 474"/>
          <p:cNvSpPr/>
          <p:nvPr/>
        </p:nvSpPr>
        <p:spPr>
          <a:xfrm>
            <a:off x="86410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7" name="Shape 475"/>
          <p:cNvSpPr/>
          <p:nvPr/>
        </p:nvSpPr>
        <p:spPr>
          <a:xfrm>
            <a:off x="86410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8" name="Shape 476"/>
          <p:cNvSpPr/>
          <p:nvPr/>
        </p:nvSpPr>
        <p:spPr>
          <a:xfrm>
            <a:off x="89611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9" name="Shape 477"/>
          <p:cNvSpPr/>
          <p:nvPr/>
        </p:nvSpPr>
        <p:spPr>
          <a:xfrm>
            <a:off x="89611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0" name="Shape 478"/>
          <p:cNvSpPr/>
          <p:nvPr/>
        </p:nvSpPr>
        <p:spPr>
          <a:xfrm>
            <a:off x="89611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1" name="Shape 479"/>
          <p:cNvSpPr/>
          <p:nvPr/>
        </p:nvSpPr>
        <p:spPr>
          <a:xfrm>
            <a:off x="89611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2" name="Shape 480"/>
          <p:cNvSpPr/>
          <p:nvPr/>
        </p:nvSpPr>
        <p:spPr>
          <a:xfrm>
            <a:off x="89611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3" name="Shape 481"/>
          <p:cNvSpPr/>
          <p:nvPr/>
        </p:nvSpPr>
        <p:spPr>
          <a:xfrm>
            <a:off x="89611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4" name="Shape 482"/>
          <p:cNvSpPr/>
          <p:nvPr/>
        </p:nvSpPr>
        <p:spPr>
          <a:xfrm>
            <a:off x="89611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5" name="Shape 483"/>
          <p:cNvSpPr/>
          <p:nvPr/>
        </p:nvSpPr>
        <p:spPr>
          <a:xfrm>
            <a:off x="89611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6" name="Shape 484"/>
          <p:cNvSpPr/>
          <p:nvPr/>
        </p:nvSpPr>
        <p:spPr>
          <a:xfrm>
            <a:off x="89611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7" name="Shape 485"/>
          <p:cNvSpPr/>
          <p:nvPr/>
        </p:nvSpPr>
        <p:spPr>
          <a:xfrm>
            <a:off x="89611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8" name="Shape 486"/>
          <p:cNvSpPr/>
          <p:nvPr/>
        </p:nvSpPr>
        <p:spPr>
          <a:xfrm>
            <a:off x="89611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9" name="Shape 487"/>
          <p:cNvSpPr/>
          <p:nvPr/>
        </p:nvSpPr>
        <p:spPr>
          <a:xfrm>
            <a:off x="89611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0" name="Shape 488"/>
          <p:cNvSpPr/>
          <p:nvPr/>
        </p:nvSpPr>
        <p:spPr>
          <a:xfrm>
            <a:off x="89611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1" name="Shape 489"/>
          <p:cNvSpPr/>
          <p:nvPr/>
        </p:nvSpPr>
        <p:spPr>
          <a:xfrm>
            <a:off x="89611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2" name="Shape 490"/>
          <p:cNvSpPr/>
          <p:nvPr/>
        </p:nvSpPr>
        <p:spPr>
          <a:xfrm>
            <a:off x="89611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3" name="Shape 491"/>
          <p:cNvSpPr/>
          <p:nvPr/>
        </p:nvSpPr>
        <p:spPr>
          <a:xfrm>
            <a:off x="89611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4" name="Shape 492"/>
          <p:cNvSpPr/>
          <p:nvPr/>
        </p:nvSpPr>
        <p:spPr>
          <a:xfrm>
            <a:off x="89611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5" name="Shape 49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6" name="Shape 494"/>
          <p:cNvSpPr/>
          <p:nvPr/>
        </p:nvSpPr>
        <p:spPr>
          <a:xfrm>
            <a:off x="365760" y="4846320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7" name="Text 495"/>
          <p:cNvSpPr/>
          <p:nvPr/>
        </p:nvSpPr>
        <p:spPr>
          <a:xfrm>
            <a:off x="548640" y="4773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Graphy</a:t>
            </a:r>
            <a:endParaRPr lang="en-US" sz="1000" dirty="0"/>
          </a:p>
        </p:txBody>
      </p:sp>
      <p:sp>
        <p:nvSpPr>
          <p:cNvPr id="498" name="Text 496"/>
          <p:cNvSpPr/>
          <p:nvPr/>
        </p:nvSpPr>
        <p:spPr>
          <a:xfrm>
            <a:off x="8046720" y="47731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499" name="Text 497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PARADOXE</a:t>
            </a:r>
            <a:endParaRPr lang="en-US" sz="1100" dirty="0"/>
          </a:p>
        </p:txBody>
      </p:sp>
      <p:sp>
        <p:nvSpPr>
          <p:cNvPr id="500" name="Text 498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Sauf que l'équipe, elle, </a:t>
            </a:r>
            <a:r>
              <a:rPr lang="en-US" sz="300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n'avance pas plus</a:t>
            </a: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000" dirty="0"/>
          </a:p>
        </p:txBody>
      </p:sp>
      <p:sp>
        <p:nvSpPr>
          <p:cNvPr id="501" name="Text 499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process d'une équipe de dev en 2026 — et là où ça coince vraiment.</a:t>
            </a:r>
            <a:endParaRPr lang="en-US" sz="1400" dirty="0"/>
          </a:p>
        </p:txBody>
      </p:sp>
      <p:sp>
        <p:nvSpPr>
          <p:cNvPr id="502" name="Shape 500"/>
          <p:cNvSpPr/>
          <p:nvPr/>
        </p:nvSpPr>
        <p:spPr>
          <a:xfrm>
            <a:off x="457200" y="196596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3" name="Shape 501"/>
          <p:cNvSpPr/>
          <p:nvPr/>
        </p:nvSpPr>
        <p:spPr>
          <a:xfrm>
            <a:off x="457200" y="1965960"/>
            <a:ext cx="1828800" cy="64008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4" name="Text 502"/>
          <p:cNvSpPr/>
          <p:nvPr/>
        </p:nvSpPr>
        <p:spPr>
          <a:xfrm>
            <a:off x="64008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505" name="Text 503"/>
          <p:cNvSpPr/>
          <p:nvPr/>
        </p:nvSpPr>
        <p:spPr>
          <a:xfrm>
            <a:off x="640080" y="2606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Penser le système</a:t>
            </a:r>
            <a:endParaRPr lang="en-US" sz="1100" dirty="0"/>
          </a:p>
        </p:txBody>
      </p:sp>
      <p:sp>
        <p:nvSpPr>
          <p:cNvPr id="506" name="Shape 504"/>
          <p:cNvSpPr/>
          <p:nvPr/>
        </p:nvSpPr>
        <p:spPr>
          <a:xfrm>
            <a:off x="640080" y="3017520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F472B6">
              <a:alpha val="22000"/>
            </a:srgbClr>
          </a:solidFill>
          <a:ln w="9525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7" name="Text 505"/>
          <p:cNvSpPr/>
          <p:nvPr/>
        </p:nvSpPr>
        <p:spPr>
          <a:xfrm>
            <a:off x="640080" y="3017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GOULOT</a:t>
            </a:r>
            <a:endParaRPr lang="en-US" sz="900" dirty="0"/>
          </a:p>
        </p:txBody>
      </p:sp>
      <p:sp>
        <p:nvSpPr>
          <p:cNvPr id="508" name="Shape 506"/>
          <p:cNvSpPr/>
          <p:nvPr/>
        </p:nvSpPr>
        <p:spPr>
          <a:xfrm>
            <a:off x="2331720" y="2697480"/>
            <a:ext cx="15544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9" name="Shape 507"/>
          <p:cNvSpPr/>
          <p:nvPr/>
        </p:nvSpPr>
        <p:spPr>
          <a:xfrm>
            <a:off x="2459736" y="2651760"/>
            <a:ext cx="91440" cy="91440"/>
          </a:xfrm>
          <a:prstGeom prst="ellipse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0" name="Shape 508"/>
          <p:cNvSpPr/>
          <p:nvPr/>
        </p:nvSpPr>
        <p:spPr>
          <a:xfrm>
            <a:off x="2606040" y="196596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1" name="Shape 509"/>
          <p:cNvSpPr/>
          <p:nvPr/>
        </p:nvSpPr>
        <p:spPr>
          <a:xfrm>
            <a:off x="2606040" y="1965960"/>
            <a:ext cx="1828800" cy="6400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2" name="Text 510"/>
          <p:cNvSpPr/>
          <p:nvPr/>
        </p:nvSpPr>
        <p:spPr>
          <a:xfrm>
            <a:off x="278892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</a:t>
            </a:r>
            <a:endParaRPr lang="en-US" sz="1500" dirty="0"/>
          </a:p>
        </p:txBody>
      </p:sp>
      <p:sp>
        <p:nvSpPr>
          <p:cNvPr id="513" name="Text 511"/>
          <p:cNvSpPr/>
          <p:nvPr/>
        </p:nvSpPr>
        <p:spPr>
          <a:xfrm>
            <a:off x="2788920" y="2606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le code</a:t>
            </a:r>
            <a:endParaRPr lang="en-US" sz="1100" dirty="0"/>
          </a:p>
        </p:txBody>
      </p:sp>
      <p:sp>
        <p:nvSpPr>
          <p:cNvPr id="514" name="Shape 512"/>
          <p:cNvSpPr/>
          <p:nvPr/>
        </p:nvSpPr>
        <p:spPr>
          <a:xfrm>
            <a:off x="2788920" y="3017520"/>
            <a:ext cx="594360" cy="274320"/>
          </a:xfrm>
          <a:prstGeom prst="roundRect">
            <a:avLst>
              <a:gd name="adj" fmla="val 13333"/>
            </a:avLst>
          </a:prstGeom>
          <a:solidFill>
            <a:srgbClr val="22D3EE">
              <a:alpha val="22000"/>
            </a:srgbClr>
          </a:solidFill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5" name="Text 513"/>
          <p:cNvSpPr/>
          <p:nvPr/>
        </p:nvSpPr>
        <p:spPr>
          <a:xfrm>
            <a:off x="2788920" y="30175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900" dirty="0"/>
          </a:p>
        </p:txBody>
      </p:sp>
      <p:sp>
        <p:nvSpPr>
          <p:cNvPr id="516" name="Shape 514"/>
          <p:cNvSpPr/>
          <p:nvPr/>
        </p:nvSpPr>
        <p:spPr>
          <a:xfrm>
            <a:off x="4480560" y="2697480"/>
            <a:ext cx="15544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7" name="Shape 515"/>
          <p:cNvSpPr/>
          <p:nvPr/>
        </p:nvSpPr>
        <p:spPr>
          <a:xfrm>
            <a:off x="4608576" y="2651760"/>
            <a:ext cx="91440" cy="91440"/>
          </a:xfrm>
          <a:prstGeom prst="ellipse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8" name="Shape 516"/>
          <p:cNvSpPr/>
          <p:nvPr/>
        </p:nvSpPr>
        <p:spPr>
          <a:xfrm>
            <a:off x="4754880" y="196596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9" name="Shape 517"/>
          <p:cNvSpPr/>
          <p:nvPr/>
        </p:nvSpPr>
        <p:spPr>
          <a:xfrm>
            <a:off x="4754880" y="1965960"/>
            <a:ext cx="1828800" cy="64008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0" name="Text 518"/>
          <p:cNvSpPr/>
          <p:nvPr/>
        </p:nvSpPr>
        <p:spPr>
          <a:xfrm>
            <a:off x="493776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500" dirty="0"/>
          </a:p>
        </p:txBody>
      </p:sp>
      <p:sp>
        <p:nvSpPr>
          <p:cNvPr id="521" name="Text 519"/>
          <p:cNvSpPr/>
          <p:nvPr/>
        </p:nvSpPr>
        <p:spPr>
          <a:xfrm>
            <a:off x="4937760" y="2606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le code</a:t>
            </a:r>
            <a:endParaRPr lang="en-US" sz="1100" dirty="0"/>
          </a:p>
        </p:txBody>
      </p:sp>
      <p:sp>
        <p:nvSpPr>
          <p:cNvPr id="522" name="Shape 520"/>
          <p:cNvSpPr/>
          <p:nvPr/>
        </p:nvSpPr>
        <p:spPr>
          <a:xfrm>
            <a:off x="4937760" y="3017520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F472B6">
              <a:alpha val="22000"/>
            </a:srgbClr>
          </a:solidFill>
          <a:ln w="9525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3" name="Text 521"/>
          <p:cNvSpPr/>
          <p:nvPr/>
        </p:nvSpPr>
        <p:spPr>
          <a:xfrm>
            <a:off x="4937760" y="3017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GOULOT</a:t>
            </a:r>
            <a:endParaRPr lang="en-US" sz="900" dirty="0"/>
          </a:p>
        </p:txBody>
      </p:sp>
      <p:sp>
        <p:nvSpPr>
          <p:cNvPr id="524" name="Shape 522"/>
          <p:cNvSpPr/>
          <p:nvPr/>
        </p:nvSpPr>
        <p:spPr>
          <a:xfrm>
            <a:off x="6629400" y="2697480"/>
            <a:ext cx="15544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5" name="Shape 523"/>
          <p:cNvSpPr/>
          <p:nvPr/>
        </p:nvSpPr>
        <p:spPr>
          <a:xfrm>
            <a:off x="6757416" y="2651760"/>
            <a:ext cx="91440" cy="91440"/>
          </a:xfrm>
          <a:prstGeom prst="ellipse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6" name="Shape 524"/>
          <p:cNvSpPr/>
          <p:nvPr/>
        </p:nvSpPr>
        <p:spPr>
          <a:xfrm>
            <a:off x="6903720" y="196596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7" name="Shape 525"/>
          <p:cNvSpPr/>
          <p:nvPr/>
        </p:nvSpPr>
        <p:spPr>
          <a:xfrm>
            <a:off x="6903720" y="1965960"/>
            <a:ext cx="1828800" cy="64008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8" name="Text 526"/>
          <p:cNvSpPr/>
          <p:nvPr/>
        </p:nvSpPr>
        <p:spPr>
          <a:xfrm>
            <a:off x="708660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&amp; ship</a:t>
            </a:r>
            <a:endParaRPr lang="en-US" sz="1500" dirty="0"/>
          </a:p>
        </p:txBody>
      </p:sp>
      <p:sp>
        <p:nvSpPr>
          <p:cNvPr id="529" name="Text 527"/>
          <p:cNvSpPr/>
          <p:nvPr/>
        </p:nvSpPr>
        <p:spPr>
          <a:xfrm>
            <a:off x="7086600" y="2606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Livrer</a:t>
            </a:r>
            <a:endParaRPr lang="en-US" sz="1100" dirty="0"/>
          </a:p>
        </p:txBody>
      </p:sp>
      <p:sp>
        <p:nvSpPr>
          <p:cNvPr id="530" name="Shape 528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1" name="Shape 529"/>
          <p:cNvSpPr/>
          <p:nvPr/>
        </p:nvSpPr>
        <p:spPr>
          <a:xfrm>
            <a:off x="457200" y="3794760"/>
            <a:ext cx="64008" cy="777240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2" name="Text 530"/>
          <p:cNvSpPr/>
          <p:nvPr/>
        </p:nvSpPr>
        <p:spPr>
          <a:xfrm>
            <a:off x="685800" y="38862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+10%</a:t>
            </a:r>
            <a:endParaRPr lang="en-US" sz="3400" dirty="0"/>
          </a:p>
        </p:txBody>
      </p:sp>
      <p:sp>
        <p:nvSpPr>
          <p:cNvPr id="533" name="Text 531"/>
          <p:cNvSpPr/>
          <p:nvPr/>
        </p:nvSpPr>
        <p:spPr>
          <a:xfrm>
            <a:off x="2331720" y="391363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 des devs utilisent l'IA. La productivité d'équipe, elle, </a:t>
            </a:r>
            <a:r>
              <a:rPr lang="en-US" sz="135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plafonne</a:t>
            </a: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534" name="Text 532"/>
          <p:cNvSpPr/>
          <p:nvPr/>
        </p:nvSpPr>
        <p:spPr>
          <a:xfrm>
            <a:off x="2331720" y="420624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gains se perdent dans les goulots downstream — review, validation, intégration.</a:t>
            </a:r>
            <a:endParaRPr lang="en-US" sz="1200" dirty="0"/>
          </a:p>
        </p:txBody>
      </p:sp>
      <p:sp>
        <p:nvSpPr>
          <p:cNvPr id="535" name="Text 533"/>
          <p:cNvSpPr/>
          <p:nvPr/>
        </p:nvSpPr>
        <p:spPr>
          <a:xfrm>
            <a:off x="1554480" y="462686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Faros AI — The AI Productivity Paradox,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00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200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200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200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200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200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200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200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3200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00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3200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200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3200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3200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200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6400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6400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6400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6400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6400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6400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6400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6400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6400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6400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6400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6400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6400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6400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6400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6400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6400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9601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9601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9601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9601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9601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Shape 56"/>
          <p:cNvSpPr/>
          <p:nvPr/>
        </p:nvSpPr>
        <p:spPr>
          <a:xfrm>
            <a:off x="9601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Shape 57"/>
          <p:cNvSpPr/>
          <p:nvPr/>
        </p:nvSpPr>
        <p:spPr>
          <a:xfrm>
            <a:off x="9601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9601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Shape 59"/>
          <p:cNvSpPr/>
          <p:nvPr/>
        </p:nvSpPr>
        <p:spPr>
          <a:xfrm>
            <a:off x="9601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Shape 60"/>
          <p:cNvSpPr/>
          <p:nvPr/>
        </p:nvSpPr>
        <p:spPr>
          <a:xfrm>
            <a:off x="9601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Shape 61"/>
          <p:cNvSpPr/>
          <p:nvPr/>
        </p:nvSpPr>
        <p:spPr>
          <a:xfrm>
            <a:off x="9601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Shape 62"/>
          <p:cNvSpPr/>
          <p:nvPr/>
        </p:nvSpPr>
        <p:spPr>
          <a:xfrm>
            <a:off x="9601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Shape 63"/>
          <p:cNvSpPr/>
          <p:nvPr/>
        </p:nvSpPr>
        <p:spPr>
          <a:xfrm>
            <a:off x="9601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Shape 64"/>
          <p:cNvSpPr/>
          <p:nvPr/>
        </p:nvSpPr>
        <p:spPr>
          <a:xfrm>
            <a:off x="9601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7" name="Shape 65"/>
          <p:cNvSpPr/>
          <p:nvPr/>
        </p:nvSpPr>
        <p:spPr>
          <a:xfrm>
            <a:off x="9601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8" name="Shape 66"/>
          <p:cNvSpPr/>
          <p:nvPr/>
        </p:nvSpPr>
        <p:spPr>
          <a:xfrm>
            <a:off x="9601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9" name="Shape 67"/>
          <p:cNvSpPr/>
          <p:nvPr/>
        </p:nvSpPr>
        <p:spPr>
          <a:xfrm>
            <a:off x="9601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Shape 68"/>
          <p:cNvSpPr/>
          <p:nvPr/>
        </p:nvSpPr>
        <p:spPr>
          <a:xfrm>
            <a:off x="12801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1" name="Shape 69"/>
          <p:cNvSpPr/>
          <p:nvPr/>
        </p:nvSpPr>
        <p:spPr>
          <a:xfrm>
            <a:off x="12801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2" name="Shape 70"/>
          <p:cNvSpPr/>
          <p:nvPr/>
        </p:nvSpPr>
        <p:spPr>
          <a:xfrm>
            <a:off x="12801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Shape 71"/>
          <p:cNvSpPr/>
          <p:nvPr/>
        </p:nvSpPr>
        <p:spPr>
          <a:xfrm>
            <a:off x="12801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4" name="Shape 72"/>
          <p:cNvSpPr/>
          <p:nvPr/>
        </p:nvSpPr>
        <p:spPr>
          <a:xfrm>
            <a:off x="12801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Shape 73"/>
          <p:cNvSpPr/>
          <p:nvPr/>
        </p:nvSpPr>
        <p:spPr>
          <a:xfrm>
            <a:off x="12801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6" name="Shape 74"/>
          <p:cNvSpPr/>
          <p:nvPr/>
        </p:nvSpPr>
        <p:spPr>
          <a:xfrm>
            <a:off x="12801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7" name="Shape 75"/>
          <p:cNvSpPr/>
          <p:nvPr/>
        </p:nvSpPr>
        <p:spPr>
          <a:xfrm>
            <a:off x="12801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8" name="Shape 76"/>
          <p:cNvSpPr/>
          <p:nvPr/>
        </p:nvSpPr>
        <p:spPr>
          <a:xfrm>
            <a:off x="12801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9" name="Shape 77"/>
          <p:cNvSpPr/>
          <p:nvPr/>
        </p:nvSpPr>
        <p:spPr>
          <a:xfrm>
            <a:off x="12801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0" name="Shape 78"/>
          <p:cNvSpPr/>
          <p:nvPr/>
        </p:nvSpPr>
        <p:spPr>
          <a:xfrm>
            <a:off x="12801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1" name="Shape 79"/>
          <p:cNvSpPr/>
          <p:nvPr/>
        </p:nvSpPr>
        <p:spPr>
          <a:xfrm>
            <a:off x="12801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2" name="Shape 80"/>
          <p:cNvSpPr/>
          <p:nvPr/>
        </p:nvSpPr>
        <p:spPr>
          <a:xfrm>
            <a:off x="12801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3" name="Shape 81"/>
          <p:cNvSpPr/>
          <p:nvPr/>
        </p:nvSpPr>
        <p:spPr>
          <a:xfrm>
            <a:off x="12801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4" name="Shape 82"/>
          <p:cNvSpPr/>
          <p:nvPr/>
        </p:nvSpPr>
        <p:spPr>
          <a:xfrm>
            <a:off x="12801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5" name="Shape 83"/>
          <p:cNvSpPr/>
          <p:nvPr/>
        </p:nvSpPr>
        <p:spPr>
          <a:xfrm>
            <a:off x="12801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6" name="Shape 84"/>
          <p:cNvSpPr/>
          <p:nvPr/>
        </p:nvSpPr>
        <p:spPr>
          <a:xfrm>
            <a:off x="12801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7" name="Shape 85"/>
          <p:cNvSpPr/>
          <p:nvPr/>
        </p:nvSpPr>
        <p:spPr>
          <a:xfrm>
            <a:off x="16002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8" name="Shape 86"/>
          <p:cNvSpPr/>
          <p:nvPr/>
        </p:nvSpPr>
        <p:spPr>
          <a:xfrm>
            <a:off x="16002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9" name="Shape 87"/>
          <p:cNvSpPr/>
          <p:nvPr/>
        </p:nvSpPr>
        <p:spPr>
          <a:xfrm>
            <a:off x="16002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0" name="Shape 88"/>
          <p:cNvSpPr/>
          <p:nvPr/>
        </p:nvSpPr>
        <p:spPr>
          <a:xfrm>
            <a:off x="16002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1" name="Shape 89"/>
          <p:cNvSpPr/>
          <p:nvPr/>
        </p:nvSpPr>
        <p:spPr>
          <a:xfrm>
            <a:off x="16002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2" name="Shape 90"/>
          <p:cNvSpPr/>
          <p:nvPr/>
        </p:nvSpPr>
        <p:spPr>
          <a:xfrm>
            <a:off x="16002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3" name="Shape 91"/>
          <p:cNvSpPr/>
          <p:nvPr/>
        </p:nvSpPr>
        <p:spPr>
          <a:xfrm>
            <a:off x="16002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4" name="Shape 92"/>
          <p:cNvSpPr/>
          <p:nvPr/>
        </p:nvSpPr>
        <p:spPr>
          <a:xfrm>
            <a:off x="16002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5" name="Shape 93"/>
          <p:cNvSpPr/>
          <p:nvPr/>
        </p:nvSpPr>
        <p:spPr>
          <a:xfrm>
            <a:off x="16002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6" name="Shape 94"/>
          <p:cNvSpPr/>
          <p:nvPr/>
        </p:nvSpPr>
        <p:spPr>
          <a:xfrm>
            <a:off x="16002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7" name="Shape 95"/>
          <p:cNvSpPr/>
          <p:nvPr/>
        </p:nvSpPr>
        <p:spPr>
          <a:xfrm>
            <a:off x="16002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8" name="Shape 96"/>
          <p:cNvSpPr/>
          <p:nvPr/>
        </p:nvSpPr>
        <p:spPr>
          <a:xfrm>
            <a:off x="16002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9" name="Shape 97"/>
          <p:cNvSpPr/>
          <p:nvPr/>
        </p:nvSpPr>
        <p:spPr>
          <a:xfrm>
            <a:off x="16002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0" name="Shape 98"/>
          <p:cNvSpPr/>
          <p:nvPr/>
        </p:nvSpPr>
        <p:spPr>
          <a:xfrm>
            <a:off x="16002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1" name="Shape 99"/>
          <p:cNvSpPr/>
          <p:nvPr/>
        </p:nvSpPr>
        <p:spPr>
          <a:xfrm>
            <a:off x="16002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2" name="Shape 100"/>
          <p:cNvSpPr/>
          <p:nvPr/>
        </p:nvSpPr>
        <p:spPr>
          <a:xfrm>
            <a:off x="16002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3" name="Shape 101"/>
          <p:cNvSpPr/>
          <p:nvPr/>
        </p:nvSpPr>
        <p:spPr>
          <a:xfrm>
            <a:off x="16002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4" name="Shape 102"/>
          <p:cNvSpPr/>
          <p:nvPr/>
        </p:nvSpPr>
        <p:spPr>
          <a:xfrm>
            <a:off x="19202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5" name="Shape 103"/>
          <p:cNvSpPr/>
          <p:nvPr/>
        </p:nvSpPr>
        <p:spPr>
          <a:xfrm>
            <a:off x="19202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6" name="Shape 104"/>
          <p:cNvSpPr/>
          <p:nvPr/>
        </p:nvSpPr>
        <p:spPr>
          <a:xfrm>
            <a:off x="19202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7" name="Shape 105"/>
          <p:cNvSpPr/>
          <p:nvPr/>
        </p:nvSpPr>
        <p:spPr>
          <a:xfrm>
            <a:off x="19202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8" name="Shape 106"/>
          <p:cNvSpPr/>
          <p:nvPr/>
        </p:nvSpPr>
        <p:spPr>
          <a:xfrm>
            <a:off x="19202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9" name="Shape 107"/>
          <p:cNvSpPr/>
          <p:nvPr/>
        </p:nvSpPr>
        <p:spPr>
          <a:xfrm>
            <a:off x="19202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0" name="Shape 108"/>
          <p:cNvSpPr/>
          <p:nvPr/>
        </p:nvSpPr>
        <p:spPr>
          <a:xfrm>
            <a:off x="19202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1" name="Shape 109"/>
          <p:cNvSpPr/>
          <p:nvPr/>
        </p:nvSpPr>
        <p:spPr>
          <a:xfrm>
            <a:off x="19202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2" name="Shape 110"/>
          <p:cNvSpPr/>
          <p:nvPr/>
        </p:nvSpPr>
        <p:spPr>
          <a:xfrm>
            <a:off x="19202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3" name="Shape 111"/>
          <p:cNvSpPr/>
          <p:nvPr/>
        </p:nvSpPr>
        <p:spPr>
          <a:xfrm>
            <a:off x="19202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4" name="Shape 112"/>
          <p:cNvSpPr/>
          <p:nvPr/>
        </p:nvSpPr>
        <p:spPr>
          <a:xfrm>
            <a:off x="19202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5" name="Shape 113"/>
          <p:cNvSpPr/>
          <p:nvPr/>
        </p:nvSpPr>
        <p:spPr>
          <a:xfrm>
            <a:off x="19202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6" name="Shape 114"/>
          <p:cNvSpPr/>
          <p:nvPr/>
        </p:nvSpPr>
        <p:spPr>
          <a:xfrm>
            <a:off x="19202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7" name="Shape 115"/>
          <p:cNvSpPr/>
          <p:nvPr/>
        </p:nvSpPr>
        <p:spPr>
          <a:xfrm>
            <a:off x="19202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8" name="Shape 116"/>
          <p:cNvSpPr/>
          <p:nvPr/>
        </p:nvSpPr>
        <p:spPr>
          <a:xfrm>
            <a:off x="19202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9" name="Shape 117"/>
          <p:cNvSpPr/>
          <p:nvPr/>
        </p:nvSpPr>
        <p:spPr>
          <a:xfrm>
            <a:off x="19202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0" name="Shape 118"/>
          <p:cNvSpPr/>
          <p:nvPr/>
        </p:nvSpPr>
        <p:spPr>
          <a:xfrm>
            <a:off x="19202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1" name="Shape 119"/>
          <p:cNvSpPr/>
          <p:nvPr/>
        </p:nvSpPr>
        <p:spPr>
          <a:xfrm>
            <a:off x="22402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2" name="Shape 120"/>
          <p:cNvSpPr/>
          <p:nvPr/>
        </p:nvSpPr>
        <p:spPr>
          <a:xfrm>
            <a:off x="22402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3" name="Shape 121"/>
          <p:cNvSpPr/>
          <p:nvPr/>
        </p:nvSpPr>
        <p:spPr>
          <a:xfrm>
            <a:off x="22402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4" name="Shape 122"/>
          <p:cNvSpPr/>
          <p:nvPr/>
        </p:nvSpPr>
        <p:spPr>
          <a:xfrm>
            <a:off x="22402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5" name="Shape 123"/>
          <p:cNvSpPr/>
          <p:nvPr/>
        </p:nvSpPr>
        <p:spPr>
          <a:xfrm>
            <a:off x="22402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6" name="Shape 124"/>
          <p:cNvSpPr/>
          <p:nvPr/>
        </p:nvSpPr>
        <p:spPr>
          <a:xfrm>
            <a:off x="22402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7" name="Shape 125"/>
          <p:cNvSpPr/>
          <p:nvPr/>
        </p:nvSpPr>
        <p:spPr>
          <a:xfrm>
            <a:off x="22402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8" name="Shape 126"/>
          <p:cNvSpPr/>
          <p:nvPr/>
        </p:nvSpPr>
        <p:spPr>
          <a:xfrm>
            <a:off x="22402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9" name="Shape 127"/>
          <p:cNvSpPr/>
          <p:nvPr/>
        </p:nvSpPr>
        <p:spPr>
          <a:xfrm>
            <a:off x="22402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0" name="Shape 128"/>
          <p:cNvSpPr/>
          <p:nvPr/>
        </p:nvSpPr>
        <p:spPr>
          <a:xfrm>
            <a:off x="22402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1" name="Shape 129"/>
          <p:cNvSpPr/>
          <p:nvPr/>
        </p:nvSpPr>
        <p:spPr>
          <a:xfrm>
            <a:off x="22402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2" name="Shape 130"/>
          <p:cNvSpPr/>
          <p:nvPr/>
        </p:nvSpPr>
        <p:spPr>
          <a:xfrm>
            <a:off x="22402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3" name="Shape 131"/>
          <p:cNvSpPr/>
          <p:nvPr/>
        </p:nvSpPr>
        <p:spPr>
          <a:xfrm>
            <a:off x="22402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4" name="Shape 132"/>
          <p:cNvSpPr/>
          <p:nvPr/>
        </p:nvSpPr>
        <p:spPr>
          <a:xfrm>
            <a:off x="22402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5" name="Shape 133"/>
          <p:cNvSpPr/>
          <p:nvPr/>
        </p:nvSpPr>
        <p:spPr>
          <a:xfrm>
            <a:off x="22402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6" name="Shape 134"/>
          <p:cNvSpPr/>
          <p:nvPr/>
        </p:nvSpPr>
        <p:spPr>
          <a:xfrm>
            <a:off x="22402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7" name="Shape 135"/>
          <p:cNvSpPr/>
          <p:nvPr/>
        </p:nvSpPr>
        <p:spPr>
          <a:xfrm>
            <a:off x="22402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8" name="Shape 136"/>
          <p:cNvSpPr/>
          <p:nvPr/>
        </p:nvSpPr>
        <p:spPr>
          <a:xfrm>
            <a:off x="25603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9" name="Shape 137"/>
          <p:cNvSpPr/>
          <p:nvPr/>
        </p:nvSpPr>
        <p:spPr>
          <a:xfrm>
            <a:off x="25603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0" name="Shape 138"/>
          <p:cNvSpPr/>
          <p:nvPr/>
        </p:nvSpPr>
        <p:spPr>
          <a:xfrm>
            <a:off x="25603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1" name="Shape 139"/>
          <p:cNvSpPr/>
          <p:nvPr/>
        </p:nvSpPr>
        <p:spPr>
          <a:xfrm>
            <a:off x="25603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2" name="Shape 140"/>
          <p:cNvSpPr/>
          <p:nvPr/>
        </p:nvSpPr>
        <p:spPr>
          <a:xfrm>
            <a:off x="25603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3" name="Shape 141"/>
          <p:cNvSpPr/>
          <p:nvPr/>
        </p:nvSpPr>
        <p:spPr>
          <a:xfrm>
            <a:off x="25603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4" name="Shape 142"/>
          <p:cNvSpPr/>
          <p:nvPr/>
        </p:nvSpPr>
        <p:spPr>
          <a:xfrm>
            <a:off x="25603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5" name="Shape 143"/>
          <p:cNvSpPr/>
          <p:nvPr/>
        </p:nvSpPr>
        <p:spPr>
          <a:xfrm>
            <a:off x="25603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6" name="Shape 144"/>
          <p:cNvSpPr/>
          <p:nvPr/>
        </p:nvSpPr>
        <p:spPr>
          <a:xfrm>
            <a:off x="25603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7" name="Shape 145"/>
          <p:cNvSpPr/>
          <p:nvPr/>
        </p:nvSpPr>
        <p:spPr>
          <a:xfrm>
            <a:off x="25603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8" name="Shape 146"/>
          <p:cNvSpPr/>
          <p:nvPr/>
        </p:nvSpPr>
        <p:spPr>
          <a:xfrm>
            <a:off x="25603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9" name="Shape 147"/>
          <p:cNvSpPr/>
          <p:nvPr/>
        </p:nvSpPr>
        <p:spPr>
          <a:xfrm>
            <a:off x="25603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0" name="Shape 148"/>
          <p:cNvSpPr/>
          <p:nvPr/>
        </p:nvSpPr>
        <p:spPr>
          <a:xfrm>
            <a:off x="25603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1" name="Shape 149"/>
          <p:cNvSpPr/>
          <p:nvPr/>
        </p:nvSpPr>
        <p:spPr>
          <a:xfrm>
            <a:off x="25603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2" name="Shape 150"/>
          <p:cNvSpPr/>
          <p:nvPr/>
        </p:nvSpPr>
        <p:spPr>
          <a:xfrm>
            <a:off x="25603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3" name="Shape 151"/>
          <p:cNvSpPr/>
          <p:nvPr/>
        </p:nvSpPr>
        <p:spPr>
          <a:xfrm>
            <a:off x="25603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4" name="Shape 152"/>
          <p:cNvSpPr/>
          <p:nvPr/>
        </p:nvSpPr>
        <p:spPr>
          <a:xfrm>
            <a:off x="25603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5" name="Shape 153"/>
          <p:cNvSpPr/>
          <p:nvPr/>
        </p:nvSpPr>
        <p:spPr>
          <a:xfrm>
            <a:off x="28803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6" name="Shape 154"/>
          <p:cNvSpPr/>
          <p:nvPr/>
        </p:nvSpPr>
        <p:spPr>
          <a:xfrm>
            <a:off x="28803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7" name="Shape 155"/>
          <p:cNvSpPr/>
          <p:nvPr/>
        </p:nvSpPr>
        <p:spPr>
          <a:xfrm>
            <a:off x="28803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8" name="Shape 156"/>
          <p:cNvSpPr/>
          <p:nvPr/>
        </p:nvSpPr>
        <p:spPr>
          <a:xfrm>
            <a:off x="28803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9" name="Shape 157"/>
          <p:cNvSpPr/>
          <p:nvPr/>
        </p:nvSpPr>
        <p:spPr>
          <a:xfrm>
            <a:off x="28803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0" name="Shape 158"/>
          <p:cNvSpPr/>
          <p:nvPr/>
        </p:nvSpPr>
        <p:spPr>
          <a:xfrm>
            <a:off x="28803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1" name="Shape 159"/>
          <p:cNvSpPr/>
          <p:nvPr/>
        </p:nvSpPr>
        <p:spPr>
          <a:xfrm>
            <a:off x="28803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2" name="Shape 160"/>
          <p:cNvSpPr/>
          <p:nvPr/>
        </p:nvSpPr>
        <p:spPr>
          <a:xfrm>
            <a:off x="28803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3" name="Shape 161"/>
          <p:cNvSpPr/>
          <p:nvPr/>
        </p:nvSpPr>
        <p:spPr>
          <a:xfrm>
            <a:off x="28803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4" name="Shape 162"/>
          <p:cNvSpPr/>
          <p:nvPr/>
        </p:nvSpPr>
        <p:spPr>
          <a:xfrm>
            <a:off x="28803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5" name="Shape 163"/>
          <p:cNvSpPr/>
          <p:nvPr/>
        </p:nvSpPr>
        <p:spPr>
          <a:xfrm>
            <a:off x="28803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6" name="Shape 164"/>
          <p:cNvSpPr/>
          <p:nvPr/>
        </p:nvSpPr>
        <p:spPr>
          <a:xfrm>
            <a:off x="28803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7" name="Shape 165"/>
          <p:cNvSpPr/>
          <p:nvPr/>
        </p:nvSpPr>
        <p:spPr>
          <a:xfrm>
            <a:off x="28803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8" name="Shape 166"/>
          <p:cNvSpPr/>
          <p:nvPr/>
        </p:nvSpPr>
        <p:spPr>
          <a:xfrm>
            <a:off x="28803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9" name="Shape 167"/>
          <p:cNvSpPr/>
          <p:nvPr/>
        </p:nvSpPr>
        <p:spPr>
          <a:xfrm>
            <a:off x="28803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0" name="Shape 168"/>
          <p:cNvSpPr/>
          <p:nvPr/>
        </p:nvSpPr>
        <p:spPr>
          <a:xfrm>
            <a:off x="28803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1" name="Shape 169"/>
          <p:cNvSpPr/>
          <p:nvPr/>
        </p:nvSpPr>
        <p:spPr>
          <a:xfrm>
            <a:off x="28803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2" name="Shape 170"/>
          <p:cNvSpPr/>
          <p:nvPr/>
        </p:nvSpPr>
        <p:spPr>
          <a:xfrm>
            <a:off x="32004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3" name="Shape 171"/>
          <p:cNvSpPr/>
          <p:nvPr/>
        </p:nvSpPr>
        <p:spPr>
          <a:xfrm>
            <a:off x="32004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4" name="Shape 172"/>
          <p:cNvSpPr/>
          <p:nvPr/>
        </p:nvSpPr>
        <p:spPr>
          <a:xfrm>
            <a:off x="32004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5" name="Shape 173"/>
          <p:cNvSpPr/>
          <p:nvPr/>
        </p:nvSpPr>
        <p:spPr>
          <a:xfrm>
            <a:off x="32004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6" name="Shape 174"/>
          <p:cNvSpPr/>
          <p:nvPr/>
        </p:nvSpPr>
        <p:spPr>
          <a:xfrm>
            <a:off x="32004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7" name="Shape 175"/>
          <p:cNvSpPr/>
          <p:nvPr/>
        </p:nvSpPr>
        <p:spPr>
          <a:xfrm>
            <a:off x="32004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8" name="Shape 176"/>
          <p:cNvSpPr/>
          <p:nvPr/>
        </p:nvSpPr>
        <p:spPr>
          <a:xfrm>
            <a:off x="32004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9" name="Shape 177"/>
          <p:cNvSpPr/>
          <p:nvPr/>
        </p:nvSpPr>
        <p:spPr>
          <a:xfrm>
            <a:off x="32004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0" name="Shape 178"/>
          <p:cNvSpPr/>
          <p:nvPr/>
        </p:nvSpPr>
        <p:spPr>
          <a:xfrm>
            <a:off x="32004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1" name="Shape 179"/>
          <p:cNvSpPr/>
          <p:nvPr/>
        </p:nvSpPr>
        <p:spPr>
          <a:xfrm>
            <a:off x="32004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2" name="Shape 180"/>
          <p:cNvSpPr/>
          <p:nvPr/>
        </p:nvSpPr>
        <p:spPr>
          <a:xfrm>
            <a:off x="32004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3" name="Shape 181"/>
          <p:cNvSpPr/>
          <p:nvPr/>
        </p:nvSpPr>
        <p:spPr>
          <a:xfrm>
            <a:off x="32004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4" name="Shape 182"/>
          <p:cNvSpPr/>
          <p:nvPr/>
        </p:nvSpPr>
        <p:spPr>
          <a:xfrm>
            <a:off x="32004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5" name="Shape 183"/>
          <p:cNvSpPr/>
          <p:nvPr/>
        </p:nvSpPr>
        <p:spPr>
          <a:xfrm>
            <a:off x="32004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6" name="Shape 184"/>
          <p:cNvSpPr/>
          <p:nvPr/>
        </p:nvSpPr>
        <p:spPr>
          <a:xfrm>
            <a:off x="32004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7" name="Shape 185"/>
          <p:cNvSpPr/>
          <p:nvPr/>
        </p:nvSpPr>
        <p:spPr>
          <a:xfrm>
            <a:off x="32004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8" name="Shape 186"/>
          <p:cNvSpPr/>
          <p:nvPr/>
        </p:nvSpPr>
        <p:spPr>
          <a:xfrm>
            <a:off x="32004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9" name="Shape 187"/>
          <p:cNvSpPr/>
          <p:nvPr/>
        </p:nvSpPr>
        <p:spPr>
          <a:xfrm>
            <a:off x="35204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0" name="Shape 188"/>
          <p:cNvSpPr/>
          <p:nvPr/>
        </p:nvSpPr>
        <p:spPr>
          <a:xfrm>
            <a:off x="35204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1" name="Shape 189"/>
          <p:cNvSpPr/>
          <p:nvPr/>
        </p:nvSpPr>
        <p:spPr>
          <a:xfrm>
            <a:off x="35204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2" name="Shape 190"/>
          <p:cNvSpPr/>
          <p:nvPr/>
        </p:nvSpPr>
        <p:spPr>
          <a:xfrm>
            <a:off x="35204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3" name="Shape 191"/>
          <p:cNvSpPr/>
          <p:nvPr/>
        </p:nvSpPr>
        <p:spPr>
          <a:xfrm>
            <a:off x="35204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4" name="Shape 192"/>
          <p:cNvSpPr/>
          <p:nvPr/>
        </p:nvSpPr>
        <p:spPr>
          <a:xfrm>
            <a:off x="35204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5" name="Shape 193"/>
          <p:cNvSpPr/>
          <p:nvPr/>
        </p:nvSpPr>
        <p:spPr>
          <a:xfrm>
            <a:off x="35204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6" name="Shape 194"/>
          <p:cNvSpPr/>
          <p:nvPr/>
        </p:nvSpPr>
        <p:spPr>
          <a:xfrm>
            <a:off x="35204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7" name="Shape 195"/>
          <p:cNvSpPr/>
          <p:nvPr/>
        </p:nvSpPr>
        <p:spPr>
          <a:xfrm>
            <a:off x="35204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8" name="Shape 196"/>
          <p:cNvSpPr/>
          <p:nvPr/>
        </p:nvSpPr>
        <p:spPr>
          <a:xfrm>
            <a:off x="35204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9" name="Shape 197"/>
          <p:cNvSpPr/>
          <p:nvPr/>
        </p:nvSpPr>
        <p:spPr>
          <a:xfrm>
            <a:off x="35204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0" name="Shape 198"/>
          <p:cNvSpPr/>
          <p:nvPr/>
        </p:nvSpPr>
        <p:spPr>
          <a:xfrm>
            <a:off x="35204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1" name="Shape 199"/>
          <p:cNvSpPr/>
          <p:nvPr/>
        </p:nvSpPr>
        <p:spPr>
          <a:xfrm>
            <a:off x="35204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2" name="Shape 200"/>
          <p:cNvSpPr/>
          <p:nvPr/>
        </p:nvSpPr>
        <p:spPr>
          <a:xfrm>
            <a:off x="35204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3" name="Shape 201"/>
          <p:cNvSpPr/>
          <p:nvPr/>
        </p:nvSpPr>
        <p:spPr>
          <a:xfrm>
            <a:off x="35204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4" name="Shape 202"/>
          <p:cNvSpPr/>
          <p:nvPr/>
        </p:nvSpPr>
        <p:spPr>
          <a:xfrm>
            <a:off x="35204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5" name="Shape 203"/>
          <p:cNvSpPr/>
          <p:nvPr/>
        </p:nvSpPr>
        <p:spPr>
          <a:xfrm>
            <a:off x="35204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6" name="Shape 204"/>
          <p:cNvSpPr/>
          <p:nvPr/>
        </p:nvSpPr>
        <p:spPr>
          <a:xfrm>
            <a:off x="38404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7" name="Shape 205"/>
          <p:cNvSpPr/>
          <p:nvPr/>
        </p:nvSpPr>
        <p:spPr>
          <a:xfrm>
            <a:off x="38404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8" name="Shape 206"/>
          <p:cNvSpPr/>
          <p:nvPr/>
        </p:nvSpPr>
        <p:spPr>
          <a:xfrm>
            <a:off x="38404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9" name="Shape 207"/>
          <p:cNvSpPr/>
          <p:nvPr/>
        </p:nvSpPr>
        <p:spPr>
          <a:xfrm>
            <a:off x="38404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0" name="Shape 208"/>
          <p:cNvSpPr/>
          <p:nvPr/>
        </p:nvSpPr>
        <p:spPr>
          <a:xfrm>
            <a:off x="38404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1" name="Shape 209"/>
          <p:cNvSpPr/>
          <p:nvPr/>
        </p:nvSpPr>
        <p:spPr>
          <a:xfrm>
            <a:off x="38404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2" name="Shape 210"/>
          <p:cNvSpPr/>
          <p:nvPr/>
        </p:nvSpPr>
        <p:spPr>
          <a:xfrm>
            <a:off x="38404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3" name="Shape 211"/>
          <p:cNvSpPr/>
          <p:nvPr/>
        </p:nvSpPr>
        <p:spPr>
          <a:xfrm>
            <a:off x="38404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4" name="Shape 212"/>
          <p:cNvSpPr/>
          <p:nvPr/>
        </p:nvSpPr>
        <p:spPr>
          <a:xfrm>
            <a:off x="38404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5" name="Shape 213"/>
          <p:cNvSpPr/>
          <p:nvPr/>
        </p:nvSpPr>
        <p:spPr>
          <a:xfrm>
            <a:off x="38404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6" name="Shape 214"/>
          <p:cNvSpPr/>
          <p:nvPr/>
        </p:nvSpPr>
        <p:spPr>
          <a:xfrm>
            <a:off x="38404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7" name="Shape 215"/>
          <p:cNvSpPr/>
          <p:nvPr/>
        </p:nvSpPr>
        <p:spPr>
          <a:xfrm>
            <a:off x="38404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8" name="Shape 216"/>
          <p:cNvSpPr/>
          <p:nvPr/>
        </p:nvSpPr>
        <p:spPr>
          <a:xfrm>
            <a:off x="38404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9" name="Shape 217"/>
          <p:cNvSpPr/>
          <p:nvPr/>
        </p:nvSpPr>
        <p:spPr>
          <a:xfrm>
            <a:off x="38404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0" name="Shape 218"/>
          <p:cNvSpPr/>
          <p:nvPr/>
        </p:nvSpPr>
        <p:spPr>
          <a:xfrm>
            <a:off x="38404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1" name="Shape 219"/>
          <p:cNvSpPr/>
          <p:nvPr/>
        </p:nvSpPr>
        <p:spPr>
          <a:xfrm>
            <a:off x="38404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2" name="Shape 220"/>
          <p:cNvSpPr/>
          <p:nvPr/>
        </p:nvSpPr>
        <p:spPr>
          <a:xfrm>
            <a:off x="38404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3" name="Shape 221"/>
          <p:cNvSpPr/>
          <p:nvPr/>
        </p:nvSpPr>
        <p:spPr>
          <a:xfrm>
            <a:off x="41605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4" name="Shape 222"/>
          <p:cNvSpPr/>
          <p:nvPr/>
        </p:nvSpPr>
        <p:spPr>
          <a:xfrm>
            <a:off x="41605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5" name="Shape 223"/>
          <p:cNvSpPr/>
          <p:nvPr/>
        </p:nvSpPr>
        <p:spPr>
          <a:xfrm>
            <a:off x="41605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6" name="Shape 224"/>
          <p:cNvSpPr/>
          <p:nvPr/>
        </p:nvSpPr>
        <p:spPr>
          <a:xfrm>
            <a:off x="41605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7" name="Shape 225"/>
          <p:cNvSpPr/>
          <p:nvPr/>
        </p:nvSpPr>
        <p:spPr>
          <a:xfrm>
            <a:off x="41605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8" name="Shape 226"/>
          <p:cNvSpPr/>
          <p:nvPr/>
        </p:nvSpPr>
        <p:spPr>
          <a:xfrm>
            <a:off x="41605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9" name="Shape 227"/>
          <p:cNvSpPr/>
          <p:nvPr/>
        </p:nvSpPr>
        <p:spPr>
          <a:xfrm>
            <a:off x="41605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0" name="Shape 228"/>
          <p:cNvSpPr/>
          <p:nvPr/>
        </p:nvSpPr>
        <p:spPr>
          <a:xfrm>
            <a:off x="41605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1" name="Shape 229"/>
          <p:cNvSpPr/>
          <p:nvPr/>
        </p:nvSpPr>
        <p:spPr>
          <a:xfrm>
            <a:off x="41605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2" name="Shape 230"/>
          <p:cNvSpPr/>
          <p:nvPr/>
        </p:nvSpPr>
        <p:spPr>
          <a:xfrm>
            <a:off x="41605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3" name="Shape 231"/>
          <p:cNvSpPr/>
          <p:nvPr/>
        </p:nvSpPr>
        <p:spPr>
          <a:xfrm>
            <a:off x="41605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4" name="Shape 232"/>
          <p:cNvSpPr/>
          <p:nvPr/>
        </p:nvSpPr>
        <p:spPr>
          <a:xfrm>
            <a:off x="41605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5" name="Shape 233"/>
          <p:cNvSpPr/>
          <p:nvPr/>
        </p:nvSpPr>
        <p:spPr>
          <a:xfrm>
            <a:off x="41605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6" name="Shape 234"/>
          <p:cNvSpPr/>
          <p:nvPr/>
        </p:nvSpPr>
        <p:spPr>
          <a:xfrm>
            <a:off x="41605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7" name="Shape 235"/>
          <p:cNvSpPr/>
          <p:nvPr/>
        </p:nvSpPr>
        <p:spPr>
          <a:xfrm>
            <a:off x="41605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8" name="Shape 236"/>
          <p:cNvSpPr/>
          <p:nvPr/>
        </p:nvSpPr>
        <p:spPr>
          <a:xfrm>
            <a:off x="41605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9" name="Shape 237"/>
          <p:cNvSpPr/>
          <p:nvPr/>
        </p:nvSpPr>
        <p:spPr>
          <a:xfrm>
            <a:off x="41605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0" name="Shape 238"/>
          <p:cNvSpPr/>
          <p:nvPr/>
        </p:nvSpPr>
        <p:spPr>
          <a:xfrm>
            <a:off x="44805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1" name="Shape 239"/>
          <p:cNvSpPr/>
          <p:nvPr/>
        </p:nvSpPr>
        <p:spPr>
          <a:xfrm>
            <a:off x="44805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2" name="Shape 240"/>
          <p:cNvSpPr/>
          <p:nvPr/>
        </p:nvSpPr>
        <p:spPr>
          <a:xfrm>
            <a:off x="44805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3" name="Shape 241"/>
          <p:cNvSpPr/>
          <p:nvPr/>
        </p:nvSpPr>
        <p:spPr>
          <a:xfrm>
            <a:off x="44805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4" name="Shape 242"/>
          <p:cNvSpPr/>
          <p:nvPr/>
        </p:nvSpPr>
        <p:spPr>
          <a:xfrm>
            <a:off x="44805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5" name="Shape 243"/>
          <p:cNvSpPr/>
          <p:nvPr/>
        </p:nvSpPr>
        <p:spPr>
          <a:xfrm>
            <a:off x="44805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6" name="Shape 244"/>
          <p:cNvSpPr/>
          <p:nvPr/>
        </p:nvSpPr>
        <p:spPr>
          <a:xfrm>
            <a:off x="44805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7" name="Shape 245"/>
          <p:cNvSpPr/>
          <p:nvPr/>
        </p:nvSpPr>
        <p:spPr>
          <a:xfrm>
            <a:off x="44805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8" name="Shape 246"/>
          <p:cNvSpPr/>
          <p:nvPr/>
        </p:nvSpPr>
        <p:spPr>
          <a:xfrm>
            <a:off x="44805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9" name="Shape 247"/>
          <p:cNvSpPr/>
          <p:nvPr/>
        </p:nvSpPr>
        <p:spPr>
          <a:xfrm>
            <a:off x="44805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0" name="Shape 248"/>
          <p:cNvSpPr/>
          <p:nvPr/>
        </p:nvSpPr>
        <p:spPr>
          <a:xfrm>
            <a:off x="44805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1" name="Shape 249"/>
          <p:cNvSpPr/>
          <p:nvPr/>
        </p:nvSpPr>
        <p:spPr>
          <a:xfrm>
            <a:off x="44805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2" name="Shape 250"/>
          <p:cNvSpPr/>
          <p:nvPr/>
        </p:nvSpPr>
        <p:spPr>
          <a:xfrm>
            <a:off x="44805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3" name="Shape 251"/>
          <p:cNvSpPr/>
          <p:nvPr/>
        </p:nvSpPr>
        <p:spPr>
          <a:xfrm>
            <a:off x="44805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4" name="Shape 252"/>
          <p:cNvSpPr/>
          <p:nvPr/>
        </p:nvSpPr>
        <p:spPr>
          <a:xfrm>
            <a:off x="44805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5" name="Shape 253"/>
          <p:cNvSpPr/>
          <p:nvPr/>
        </p:nvSpPr>
        <p:spPr>
          <a:xfrm>
            <a:off x="44805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6" name="Shape 254"/>
          <p:cNvSpPr/>
          <p:nvPr/>
        </p:nvSpPr>
        <p:spPr>
          <a:xfrm>
            <a:off x="44805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7" name="Shape 255"/>
          <p:cNvSpPr/>
          <p:nvPr/>
        </p:nvSpPr>
        <p:spPr>
          <a:xfrm>
            <a:off x="48006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8" name="Shape 256"/>
          <p:cNvSpPr/>
          <p:nvPr/>
        </p:nvSpPr>
        <p:spPr>
          <a:xfrm>
            <a:off x="48006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9" name="Shape 257"/>
          <p:cNvSpPr/>
          <p:nvPr/>
        </p:nvSpPr>
        <p:spPr>
          <a:xfrm>
            <a:off x="48006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0" name="Shape 258"/>
          <p:cNvSpPr/>
          <p:nvPr/>
        </p:nvSpPr>
        <p:spPr>
          <a:xfrm>
            <a:off x="48006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1" name="Shape 259"/>
          <p:cNvSpPr/>
          <p:nvPr/>
        </p:nvSpPr>
        <p:spPr>
          <a:xfrm>
            <a:off x="48006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2" name="Shape 260"/>
          <p:cNvSpPr/>
          <p:nvPr/>
        </p:nvSpPr>
        <p:spPr>
          <a:xfrm>
            <a:off x="48006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3" name="Shape 261"/>
          <p:cNvSpPr/>
          <p:nvPr/>
        </p:nvSpPr>
        <p:spPr>
          <a:xfrm>
            <a:off x="48006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4" name="Shape 262"/>
          <p:cNvSpPr/>
          <p:nvPr/>
        </p:nvSpPr>
        <p:spPr>
          <a:xfrm>
            <a:off x="48006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5" name="Shape 263"/>
          <p:cNvSpPr/>
          <p:nvPr/>
        </p:nvSpPr>
        <p:spPr>
          <a:xfrm>
            <a:off x="48006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6" name="Shape 264"/>
          <p:cNvSpPr/>
          <p:nvPr/>
        </p:nvSpPr>
        <p:spPr>
          <a:xfrm>
            <a:off x="48006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7" name="Shape 265"/>
          <p:cNvSpPr/>
          <p:nvPr/>
        </p:nvSpPr>
        <p:spPr>
          <a:xfrm>
            <a:off x="48006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8" name="Shape 266"/>
          <p:cNvSpPr/>
          <p:nvPr/>
        </p:nvSpPr>
        <p:spPr>
          <a:xfrm>
            <a:off x="48006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9" name="Shape 267"/>
          <p:cNvSpPr/>
          <p:nvPr/>
        </p:nvSpPr>
        <p:spPr>
          <a:xfrm>
            <a:off x="48006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0" name="Shape 268"/>
          <p:cNvSpPr/>
          <p:nvPr/>
        </p:nvSpPr>
        <p:spPr>
          <a:xfrm>
            <a:off x="48006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1" name="Shape 269"/>
          <p:cNvSpPr/>
          <p:nvPr/>
        </p:nvSpPr>
        <p:spPr>
          <a:xfrm>
            <a:off x="48006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2" name="Shape 270"/>
          <p:cNvSpPr/>
          <p:nvPr/>
        </p:nvSpPr>
        <p:spPr>
          <a:xfrm>
            <a:off x="48006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3" name="Shape 271"/>
          <p:cNvSpPr/>
          <p:nvPr/>
        </p:nvSpPr>
        <p:spPr>
          <a:xfrm>
            <a:off x="48006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4" name="Shape 272"/>
          <p:cNvSpPr/>
          <p:nvPr/>
        </p:nvSpPr>
        <p:spPr>
          <a:xfrm>
            <a:off x="51206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5" name="Shape 273"/>
          <p:cNvSpPr/>
          <p:nvPr/>
        </p:nvSpPr>
        <p:spPr>
          <a:xfrm>
            <a:off x="51206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6" name="Shape 274"/>
          <p:cNvSpPr/>
          <p:nvPr/>
        </p:nvSpPr>
        <p:spPr>
          <a:xfrm>
            <a:off x="51206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7" name="Shape 275"/>
          <p:cNvSpPr/>
          <p:nvPr/>
        </p:nvSpPr>
        <p:spPr>
          <a:xfrm>
            <a:off x="51206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8" name="Shape 276"/>
          <p:cNvSpPr/>
          <p:nvPr/>
        </p:nvSpPr>
        <p:spPr>
          <a:xfrm>
            <a:off x="51206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9" name="Shape 277"/>
          <p:cNvSpPr/>
          <p:nvPr/>
        </p:nvSpPr>
        <p:spPr>
          <a:xfrm>
            <a:off x="51206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0" name="Shape 278"/>
          <p:cNvSpPr/>
          <p:nvPr/>
        </p:nvSpPr>
        <p:spPr>
          <a:xfrm>
            <a:off x="51206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1" name="Shape 279"/>
          <p:cNvSpPr/>
          <p:nvPr/>
        </p:nvSpPr>
        <p:spPr>
          <a:xfrm>
            <a:off x="51206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2" name="Shape 280"/>
          <p:cNvSpPr/>
          <p:nvPr/>
        </p:nvSpPr>
        <p:spPr>
          <a:xfrm>
            <a:off x="51206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3" name="Shape 281"/>
          <p:cNvSpPr/>
          <p:nvPr/>
        </p:nvSpPr>
        <p:spPr>
          <a:xfrm>
            <a:off x="51206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4" name="Shape 282"/>
          <p:cNvSpPr/>
          <p:nvPr/>
        </p:nvSpPr>
        <p:spPr>
          <a:xfrm>
            <a:off x="51206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5" name="Shape 283"/>
          <p:cNvSpPr/>
          <p:nvPr/>
        </p:nvSpPr>
        <p:spPr>
          <a:xfrm>
            <a:off x="51206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6" name="Shape 284"/>
          <p:cNvSpPr/>
          <p:nvPr/>
        </p:nvSpPr>
        <p:spPr>
          <a:xfrm>
            <a:off x="51206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7" name="Shape 285"/>
          <p:cNvSpPr/>
          <p:nvPr/>
        </p:nvSpPr>
        <p:spPr>
          <a:xfrm>
            <a:off x="51206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8" name="Shape 286"/>
          <p:cNvSpPr/>
          <p:nvPr/>
        </p:nvSpPr>
        <p:spPr>
          <a:xfrm>
            <a:off x="51206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9" name="Shape 287"/>
          <p:cNvSpPr/>
          <p:nvPr/>
        </p:nvSpPr>
        <p:spPr>
          <a:xfrm>
            <a:off x="51206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0" name="Shape 288"/>
          <p:cNvSpPr/>
          <p:nvPr/>
        </p:nvSpPr>
        <p:spPr>
          <a:xfrm>
            <a:off x="51206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1" name="Shape 289"/>
          <p:cNvSpPr/>
          <p:nvPr/>
        </p:nvSpPr>
        <p:spPr>
          <a:xfrm>
            <a:off x="54406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2" name="Shape 290"/>
          <p:cNvSpPr/>
          <p:nvPr/>
        </p:nvSpPr>
        <p:spPr>
          <a:xfrm>
            <a:off x="54406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3" name="Shape 291"/>
          <p:cNvSpPr/>
          <p:nvPr/>
        </p:nvSpPr>
        <p:spPr>
          <a:xfrm>
            <a:off x="54406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4" name="Shape 292"/>
          <p:cNvSpPr/>
          <p:nvPr/>
        </p:nvSpPr>
        <p:spPr>
          <a:xfrm>
            <a:off x="54406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5" name="Shape 293"/>
          <p:cNvSpPr/>
          <p:nvPr/>
        </p:nvSpPr>
        <p:spPr>
          <a:xfrm>
            <a:off x="54406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6" name="Shape 294"/>
          <p:cNvSpPr/>
          <p:nvPr/>
        </p:nvSpPr>
        <p:spPr>
          <a:xfrm>
            <a:off x="54406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7" name="Shape 295"/>
          <p:cNvSpPr/>
          <p:nvPr/>
        </p:nvSpPr>
        <p:spPr>
          <a:xfrm>
            <a:off x="54406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8" name="Shape 296"/>
          <p:cNvSpPr/>
          <p:nvPr/>
        </p:nvSpPr>
        <p:spPr>
          <a:xfrm>
            <a:off x="54406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9" name="Shape 297"/>
          <p:cNvSpPr/>
          <p:nvPr/>
        </p:nvSpPr>
        <p:spPr>
          <a:xfrm>
            <a:off x="54406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0" name="Shape 298"/>
          <p:cNvSpPr/>
          <p:nvPr/>
        </p:nvSpPr>
        <p:spPr>
          <a:xfrm>
            <a:off x="54406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1" name="Shape 299"/>
          <p:cNvSpPr/>
          <p:nvPr/>
        </p:nvSpPr>
        <p:spPr>
          <a:xfrm>
            <a:off x="54406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2" name="Shape 300"/>
          <p:cNvSpPr/>
          <p:nvPr/>
        </p:nvSpPr>
        <p:spPr>
          <a:xfrm>
            <a:off x="54406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3" name="Shape 301"/>
          <p:cNvSpPr/>
          <p:nvPr/>
        </p:nvSpPr>
        <p:spPr>
          <a:xfrm>
            <a:off x="54406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4" name="Shape 302"/>
          <p:cNvSpPr/>
          <p:nvPr/>
        </p:nvSpPr>
        <p:spPr>
          <a:xfrm>
            <a:off x="54406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5" name="Shape 303"/>
          <p:cNvSpPr/>
          <p:nvPr/>
        </p:nvSpPr>
        <p:spPr>
          <a:xfrm>
            <a:off x="54406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6" name="Shape 304"/>
          <p:cNvSpPr/>
          <p:nvPr/>
        </p:nvSpPr>
        <p:spPr>
          <a:xfrm>
            <a:off x="54406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7" name="Shape 305"/>
          <p:cNvSpPr/>
          <p:nvPr/>
        </p:nvSpPr>
        <p:spPr>
          <a:xfrm>
            <a:off x="54406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8" name="Shape 306"/>
          <p:cNvSpPr/>
          <p:nvPr/>
        </p:nvSpPr>
        <p:spPr>
          <a:xfrm>
            <a:off x="57607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9" name="Shape 307"/>
          <p:cNvSpPr/>
          <p:nvPr/>
        </p:nvSpPr>
        <p:spPr>
          <a:xfrm>
            <a:off x="57607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0" name="Shape 308"/>
          <p:cNvSpPr/>
          <p:nvPr/>
        </p:nvSpPr>
        <p:spPr>
          <a:xfrm>
            <a:off x="57607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1" name="Shape 309"/>
          <p:cNvSpPr/>
          <p:nvPr/>
        </p:nvSpPr>
        <p:spPr>
          <a:xfrm>
            <a:off x="57607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2" name="Shape 310"/>
          <p:cNvSpPr/>
          <p:nvPr/>
        </p:nvSpPr>
        <p:spPr>
          <a:xfrm>
            <a:off x="57607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3" name="Shape 311"/>
          <p:cNvSpPr/>
          <p:nvPr/>
        </p:nvSpPr>
        <p:spPr>
          <a:xfrm>
            <a:off x="57607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4" name="Shape 312"/>
          <p:cNvSpPr/>
          <p:nvPr/>
        </p:nvSpPr>
        <p:spPr>
          <a:xfrm>
            <a:off x="57607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5" name="Shape 313"/>
          <p:cNvSpPr/>
          <p:nvPr/>
        </p:nvSpPr>
        <p:spPr>
          <a:xfrm>
            <a:off x="57607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6" name="Shape 314"/>
          <p:cNvSpPr/>
          <p:nvPr/>
        </p:nvSpPr>
        <p:spPr>
          <a:xfrm>
            <a:off x="57607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7" name="Shape 315"/>
          <p:cNvSpPr/>
          <p:nvPr/>
        </p:nvSpPr>
        <p:spPr>
          <a:xfrm>
            <a:off x="57607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8" name="Shape 316"/>
          <p:cNvSpPr/>
          <p:nvPr/>
        </p:nvSpPr>
        <p:spPr>
          <a:xfrm>
            <a:off x="57607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9" name="Shape 317"/>
          <p:cNvSpPr/>
          <p:nvPr/>
        </p:nvSpPr>
        <p:spPr>
          <a:xfrm>
            <a:off x="57607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0" name="Shape 318"/>
          <p:cNvSpPr/>
          <p:nvPr/>
        </p:nvSpPr>
        <p:spPr>
          <a:xfrm>
            <a:off x="57607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1" name="Shape 319"/>
          <p:cNvSpPr/>
          <p:nvPr/>
        </p:nvSpPr>
        <p:spPr>
          <a:xfrm>
            <a:off x="57607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2" name="Shape 320"/>
          <p:cNvSpPr/>
          <p:nvPr/>
        </p:nvSpPr>
        <p:spPr>
          <a:xfrm>
            <a:off x="57607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3" name="Shape 321"/>
          <p:cNvSpPr/>
          <p:nvPr/>
        </p:nvSpPr>
        <p:spPr>
          <a:xfrm>
            <a:off x="57607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4" name="Shape 322"/>
          <p:cNvSpPr/>
          <p:nvPr/>
        </p:nvSpPr>
        <p:spPr>
          <a:xfrm>
            <a:off x="57607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5" name="Shape 323"/>
          <p:cNvSpPr/>
          <p:nvPr/>
        </p:nvSpPr>
        <p:spPr>
          <a:xfrm>
            <a:off x="60807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6" name="Shape 324"/>
          <p:cNvSpPr/>
          <p:nvPr/>
        </p:nvSpPr>
        <p:spPr>
          <a:xfrm>
            <a:off x="60807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7" name="Shape 325"/>
          <p:cNvSpPr/>
          <p:nvPr/>
        </p:nvSpPr>
        <p:spPr>
          <a:xfrm>
            <a:off x="60807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8" name="Shape 326"/>
          <p:cNvSpPr/>
          <p:nvPr/>
        </p:nvSpPr>
        <p:spPr>
          <a:xfrm>
            <a:off x="60807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9" name="Shape 327"/>
          <p:cNvSpPr/>
          <p:nvPr/>
        </p:nvSpPr>
        <p:spPr>
          <a:xfrm>
            <a:off x="60807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0" name="Shape 328"/>
          <p:cNvSpPr/>
          <p:nvPr/>
        </p:nvSpPr>
        <p:spPr>
          <a:xfrm>
            <a:off x="60807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1" name="Shape 329"/>
          <p:cNvSpPr/>
          <p:nvPr/>
        </p:nvSpPr>
        <p:spPr>
          <a:xfrm>
            <a:off x="60807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2" name="Shape 330"/>
          <p:cNvSpPr/>
          <p:nvPr/>
        </p:nvSpPr>
        <p:spPr>
          <a:xfrm>
            <a:off x="60807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3" name="Shape 331"/>
          <p:cNvSpPr/>
          <p:nvPr/>
        </p:nvSpPr>
        <p:spPr>
          <a:xfrm>
            <a:off x="60807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4" name="Shape 332"/>
          <p:cNvSpPr/>
          <p:nvPr/>
        </p:nvSpPr>
        <p:spPr>
          <a:xfrm>
            <a:off x="60807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5" name="Shape 333"/>
          <p:cNvSpPr/>
          <p:nvPr/>
        </p:nvSpPr>
        <p:spPr>
          <a:xfrm>
            <a:off x="60807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6" name="Shape 334"/>
          <p:cNvSpPr/>
          <p:nvPr/>
        </p:nvSpPr>
        <p:spPr>
          <a:xfrm>
            <a:off x="60807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7" name="Shape 335"/>
          <p:cNvSpPr/>
          <p:nvPr/>
        </p:nvSpPr>
        <p:spPr>
          <a:xfrm>
            <a:off x="60807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8" name="Shape 336"/>
          <p:cNvSpPr/>
          <p:nvPr/>
        </p:nvSpPr>
        <p:spPr>
          <a:xfrm>
            <a:off x="60807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9" name="Shape 337"/>
          <p:cNvSpPr/>
          <p:nvPr/>
        </p:nvSpPr>
        <p:spPr>
          <a:xfrm>
            <a:off x="60807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0" name="Shape 338"/>
          <p:cNvSpPr/>
          <p:nvPr/>
        </p:nvSpPr>
        <p:spPr>
          <a:xfrm>
            <a:off x="60807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1" name="Shape 339"/>
          <p:cNvSpPr/>
          <p:nvPr/>
        </p:nvSpPr>
        <p:spPr>
          <a:xfrm>
            <a:off x="60807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2" name="Shape 340"/>
          <p:cNvSpPr/>
          <p:nvPr/>
        </p:nvSpPr>
        <p:spPr>
          <a:xfrm>
            <a:off x="64008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3" name="Shape 341"/>
          <p:cNvSpPr/>
          <p:nvPr/>
        </p:nvSpPr>
        <p:spPr>
          <a:xfrm>
            <a:off x="64008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4" name="Shape 342"/>
          <p:cNvSpPr/>
          <p:nvPr/>
        </p:nvSpPr>
        <p:spPr>
          <a:xfrm>
            <a:off x="64008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5" name="Shape 343"/>
          <p:cNvSpPr/>
          <p:nvPr/>
        </p:nvSpPr>
        <p:spPr>
          <a:xfrm>
            <a:off x="64008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6" name="Shape 344"/>
          <p:cNvSpPr/>
          <p:nvPr/>
        </p:nvSpPr>
        <p:spPr>
          <a:xfrm>
            <a:off x="64008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7" name="Shape 345"/>
          <p:cNvSpPr/>
          <p:nvPr/>
        </p:nvSpPr>
        <p:spPr>
          <a:xfrm>
            <a:off x="64008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8" name="Shape 346"/>
          <p:cNvSpPr/>
          <p:nvPr/>
        </p:nvSpPr>
        <p:spPr>
          <a:xfrm>
            <a:off x="64008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9" name="Shape 347"/>
          <p:cNvSpPr/>
          <p:nvPr/>
        </p:nvSpPr>
        <p:spPr>
          <a:xfrm>
            <a:off x="64008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0" name="Shape 348"/>
          <p:cNvSpPr/>
          <p:nvPr/>
        </p:nvSpPr>
        <p:spPr>
          <a:xfrm>
            <a:off x="64008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1" name="Shape 349"/>
          <p:cNvSpPr/>
          <p:nvPr/>
        </p:nvSpPr>
        <p:spPr>
          <a:xfrm>
            <a:off x="64008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2" name="Shape 350"/>
          <p:cNvSpPr/>
          <p:nvPr/>
        </p:nvSpPr>
        <p:spPr>
          <a:xfrm>
            <a:off x="64008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3" name="Shape 351"/>
          <p:cNvSpPr/>
          <p:nvPr/>
        </p:nvSpPr>
        <p:spPr>
          <a:xfrm>
            <a:off x="64008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4" name="Shape 352"/>
          <p:cNvSpPr/>
          <p:nvPr/>
        </p:nvSpPr>
        <p:spPr>
          <a:xfrm>
            <a:off x="64008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5" name="Shape 353"/>
          <p:cNvSpPr/>
          <p:nvPr/>
        </p:nvSpPr>
        <p:spPr>
          <a:xfrm>
            <a:off x="64008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6" name="Shape 354"/>
          <p:cNvSpPr/>
          <p:nvPr/>
        </p:nvSpPr>
        <p:spPr>
          <a:xfrm>
            <a:off x="64008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7" name="Shape 355"/>
          <p:cNvSpPr/>
          <p:nvPr/>
        </p:nvSpPr>
        <p:spPr>
          <a:xfrm>
            <a:off x="64008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8" name="Shape 356"/>
          <p:cNvSpPr/>
          <p:nvPr/>
        </p:nvSpPr>
        <p:spPr>
          <a:xfrm>
            <a:off x="64008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9" name="Shape 357"/>
          <p:cNvSpPr/>
          <p:nvPr/>
        </p:nvSpPr>
        <p:spPr>
          <a:xfrm>
            <a:off x="67208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0" name="Shape 358"/>
          <p:cNvSpPr/>
          <p:nvPr/>
        </p:nvSpPr>
        <p:spPr>
          <a:xfrm>
            <a:off x="67208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1" name="Shape 359"/>
          <p:cNvSpPr/>
          <p:nvPr/>
        </p:nvSpPr>
        <p:spPr>
          <a:xfrm>
            <a:off x="67208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2" name="Shape 360"/>
          <p:cNvSpPr/>
          <p:nvPr/>
        </p:nvSpPr>
        <p:spPr>
          <a:xfrm>
            <a:off x="67208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3" name="Shape 361"/>
          <p:cNvSpPr/>
          <p:nvPr/>
        </p:nvSpPr>
        <p:spPr>
          <a:xfrm>
            <a:off x="67208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4" name="Shape 362"/>
          <p:cNvSpPr/>
          <p:nvPr/>
        </p:nvSpPr>
        <p:spPr>
          <a:xfrm>
            <a:off x="67208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5" name="Shape 363"/>
          <p:cNvSpPr/>
          <p:nvPr/>
        </p:nvSpPr>
        <p:spPr>
          <a:xfrm>
            <a:off x="67208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6" name="Shape 364"/>
          <p:cNvSpPr/>
          <p:nvPr/>
        </p:nvSpPr>
        <p:spPr>
          <a:xfrm>
            <a:off x="67208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7" name="Shape 365"/>
          <p:cNvSpPr/>
          <p:nvPr/>
        </p:nvSpPr>
        <p:spPr>
          <a:xfrm>
            <a:off x="67208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8" name="Shape 366"/>
          <p:cNvSpPr/>
          <p:nvPr/>
        </p:nvSpPr>
        <p:spPr>
          <a:xfrm>
            <a:off x="67208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9" name="Shape 367"/>
          <p:cNvSpPr/>
          <p:nvPr/>
        </p:nvSpPr>
        <p:spPr>
          <a:xfrm>
            <a:off x="67208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0" name="Shape 368"/>
          <p:cNvSpPr/>
          <p:nvPr/>
        </p:nvSpPr>
        <p:spPr>
          <a:xfrm>
            <a:off x="67208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1" name="Shape 369"/>
          <p:cNvSpPr/>
          <p:nvPr/>
        </p:nvSpPr>
        <p:spPr>
          <a:xfrm>
            <a:off x="67208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2" name="Shape 370"/>
          <p:cNvSpPr/>
          <p:nvPr/>
        </p:nvSpPr>
        <p:spPr>
          <a:xfrm>
            <a:off x="67208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3" name="Shape 371"/>
          <p:cNvSpPr/>
          <p:nvPr/>
        </p:nvSpPr>
        <p:spPr>
          <a:xfrm>
            <a:off x="67208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4" name="Shape 372"/>
          <p:cNvSpPr/>
          <p:nvPr/>
        </p:nvSpPr>
        <p:spPr>
          <a:xfrm>
            <a:off x="67208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5" name="Shape 373"/>
          <p:cNvSpPr/>
          <p:nvPr/>
        </p:nvSpPr>
        <p:spPr>
          <a:xfrm>
            <a:off x="67208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6" name="Shape 374"/>
          <p:cNvSpPr/>
          <p:nvPr/>
        </p:nvSpPr>
        <p:spPr>
          <a:xfrm>
            <a:off x="70408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7" name="Shape 375"/>
          <p:cNvSpPr/>
          <p:nvPr/>
        </p:nvSpPr>
        <p:spPr>
          <a:xfrm>
            <a:off x="70408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8" name="Shape 376"/>
          <p:cNvSpPr/>
          <p:nvPr/>
        </p:nvSpPr>
        <p:spPr>
          <a:xfrm>
            <a:off x="70408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9" name="Shape 377"/>
          <p:cNvSpPr/>
          <p:nvPr/>
        </p:nvSpPr>
        <p:spPr>
          <a:xfrm>
            <a:off x="70408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0" name="Shape 378"/>
          <p:cNvSpPr/>
          <p:nvPr/>
        </p:nvSpPr>
        <p:spPr>
          <a:xfrm>
            <a:off x="70408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1" name="Shape 379"/>
          <p:cNvSpPr/>
          <p:nvPr/>
        </p:nvSpPr>
        <p:spPr>
          <a:xfrm>
            <a:off x="70408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2" name="Shape 380"/>
          <p:cNvSpPr/>
          <p:nvPr/>
        </p:nvSpPr>
        <p:spPr>
          <a:xfrm>
            <a:off x="70408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3" name="Shape 381"/>
          <p:cNvSpPr/>
          <p:nvPr/>
        </p:nvSpPr>
        <p:spPr>
          <a:xfrm>
            <a:off x="70408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4" name="Shape 382"/>
          <p:cNvSpPr/>
          <p:nvPr/>
        </p:nvSpPr>
        <p:spPr>
          <a:xfrm>
            <a:off x="70408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5" name="Shape 383"/>
          <p:cNvSpPr/>
          <p:nvPr/>
        </p:nvSpPr>
        <p:spPr>
          <a:xfrm>
            <a:off x="70408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6" name="Shape 384"/>
          <p:cNvSpPr/>
          <p:nvPr/>
        </p:nvSpPr>
        <p:spPr>
          <a:xfrm>
            <a:off x="70408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7" name="Shape 385"/>
          <p:cNvSpPr/>
          <p:nvPr/>
        </p:nvSpPr>
        <p:spPr>
          <a:xfrm>
            <a:off x="70408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8" name="Shape 386"/>
          <p:cNvSpPr/>
          <p:nvPr/>
        </p:nvSpPr>
        <p:spPr>
          <a:xfrm>
            <a:off x="70408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9" name="Shape 387"/>
          <p:cNvSpPr/>
          <p:nvPr/>
        </p:nvSpPr>
        <p:spPr>
          <a:xfrm>
            <a:off x="70408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0" name="Shape 388"/>
          <p:cNvSpPr/>
          <p:nvPr/>
        </p:nvSpPr>
        <p:spPr>
          <a:xfrm>
            <a:off x="70408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1" name="Shape 389"/>
          <p:cNvSpPr/>
          <p:nvPr/>
        </p:nvSpPr>
        <p:spPr>
          <a:xfrm>
            <a:off x="70408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2" name="Shape 390"/>
          <p:cNvSpPr/>
          <p:nvPr/>
        </p:nvSpPr>
        <p:spPr>
          <a:xfrm>
            <a:off x="70408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3" name="Shape 391"/>
          <p:cNvSpPr/>
          <p:nvPr/>
        </p:nvSpPr>
        <p:spPr>
          <a:xfrm>
            <a:off x="73609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4" name="Shape 392"/>
          <p:cNvSpPr/>
          <p:nvPr/>
        </p:nvSpPr>
        <p:spPr>
          <a:xfrm>
            <a:off x="73609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5" name="Shape 393"/>
          <p:cNvSpPr/>
          <p:nvPr/>
        </p:nvSpPr>
        <p:spPr>
          <a:xfrm>
            <a:off x="73609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6" name="Shape 394"/>
          <p:cNvSpPr/>
          <p:nvPr/>
        </p:nvSpPr>
        <p:spPr>
          <a:xfrm>
            <a:off x="73609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7" name="Shape 395"/>
          <p:cNvSpPr/>
          <p:nvPr/>
        </p:nvSpPr>
        <p:spPr>
          <a:xfrm>
            <a:off x="73609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8" name="Shape 396"/>
          <p:cNvSpPr/>
          <p:nvPr/>
        </p:nvSpPr>
        <p:spPr>
          <a:xfrm>
            <a:off x="73609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9" name="Shape 397"/>
          <p:cNvSpPr/>
          <p:nvPr/>
        </p:nvSpPr>
        <p:spPr>
          <a:xfrm>
            <a:off x="73609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0" name="Shape 398"/>
          <p:cNvSpPr/>
          <p:nvPr/>
        </p:nvSpPr>
        <p:spPr>
          <a:xfrm>
            <a:off x="73609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1" name="Shape 399"/>
          <p:cNvSpPr/>
          <p:nvPr/>
        </p:nvSpPr>
        <p:spPr>
          <a:xfrm>
            <a:off x="73609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2" name="Shape 400"/>
          <p:cNvSpPr/>
          <p:nvPr/>
        </p:nvSpPr>
        <p:spPr>
          <a:xfrm>
            <a:off x="73609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3" name="Shape 401"/>
          <p:cNvSpPr/>
          <p:nvPr/>
        </p:nvSpPr>
        <p:spPr>
          <a:xfrm>
            <a:off x="73609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4" name="Shape 402"/>
          <p:cNvSpPr/>
          <p:nvPr/>
        </p:nvSpPr>
        <p:spPr>
          <a:xfrm>
            <a:off x="73609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5" name="Shape 403"/>
          <p:cNvSpPr/>
          <p:nvPr/>
        </p:nvSpPr>
        <p:spPr>
          <a:xfrm>
            <a:off x="73609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6" name="Shape 404"/>
          <p:cNvSpPr/>
          <p:nvPr/>
        </p:nvSpPr>
        <p:spPr>
          <a:xfrm>
            <a:off x="73609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7" name="Shape 405"/>
          <p:cNvSpPr/>
          <p:nvPr/>
        </p:nvSpPr>
        <p:spPr>
          <a:xfrm>
            <a:off x="73609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8" name="Shape 406"/>
          <p:cNvSpPr/>
          <p:nvPr/>
        </p:nvSpPr>
        <p:spPr>
          <a:xfrm>
            <a:off x="73609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9" name="Shape 407"/>
          <p:cNvSpPr/>
          <p:nvPr/>
        </p:nvSpPr>
        <p:spPr>
          <a:xfrm>
            <a:off x="73609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0" name="Shape 408"/>
          <p:cNvSpPr/>
          <p:nvPr/>
        </p:nvSpPr>
        <p:spPr>
          <a:xfrm>
            <a:off x="76809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1" name="Shape 409"/>
          <p:cNvSpPr/>
          <p:nvPr/>
        </p:nvSpPr>
        <p:spPr>
          <a:xfrm>
            <a:off x="76809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2" name="Shape 410"/>
          <p:cNvSpPr/>
          <p:nvPr/>
        </p:nvSpPr>
        <p:spPr>
          <a:xfrm>
            <a:off x="76809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3" name="Shape 411"/>
          <p:cNvSpPr/>
          <p:nvPr/>
        </p:nvSpPr>
        <p:spPr>
          <a:xfrm>
            <a:off x="76809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4" name="Shape 412"/>
          <p:cNvSpPr/>
          <p:nvPr/>
        </p:nvSpPr>
        <p:spPr>
          <a:xfrm>
            <a:off x="76809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5" name="Shape 413"/>
          <p:cNvSpPr/>
          <p:nvPr/>
        </p:nvSpPr>
        <p:spPr>
          <a:xfrm>
            <a:off x="76809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6" name="Shape 414"/>
          <p:cNvSpPr/>
          <p:nvPr/>
        </p:nvSpPr>
        <p:spPr>
          <a:xfrm>
            <a:off x="76809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7" name="Shape 415"/>
          <p:cNvSpPr/>
          <p:nvPr/>
        </p:nvSpPr>
        <p:spPr>
          <a:xfrm>
            <a:off x="76809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8" name="Shape 416"/>
          <p:cNvSpPr/>
          <p:nvPr/>
        </p:nvSpPr>
        <p:spPr>
          <a:xfrm>
            <a:off x="76809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9" name="Shape 417"/>
          <p:cNvSpPr/>
          <p:nvPr/>
        </p:nvSpPr>
        <p:spPr>
          <a:xfrm>
            <a:off x="76809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0" name="Shape 418"/>
          <p:cNvSpPr/>
          <p:nvPr/>
        </p:nvSpPr>
        <p:spPr>
          <a:xfrm>
            <a:off x="76809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1" name="Shape 419"/>
          <p:cNvSpPr/>
          <p:nvPr/>
        </p:nvSpPr>
        <p:spPr>
          <a:xfrm>
            <a:off x="76809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2" name="Shape 420"/>
          <p:cNvSpPr/>
          <p:nvPr/>
        </p:nvSpPr>
        <p:spPr>
          <a:xfrm>
            <a:off x="76809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3" name="Shape 421"/>
          <p:cNvSpPr/>
          <p:nvPr/>
        </p:nvSpPr>
        <p:spPr>
          <a:xfrm>
            <a:off x="76809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4" name="Shape 422"/>
          <p:cNvSpPr/>
          <p:nvPr/>
        </p:nvSpPr>
        <p:spPr>
          <a:xfrm>
            <a:off x="76809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5" name="Shape 423"/>
          <p:cNvSpPr/>
          <p:nvPr/>
        </p:nvSpPr>
        <p:spPr>
          <a:xfrm>
            <a:off x="76809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6" name="Shape 424"/>
          <p:cNvSpPr/>
          <p:nvPr/>
        </p:nvSpPr>
        <p:spPr>
          <a:xfrm>
            <a:off x="76809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7" name="Shape 425"/>
          <p:cNvSpPr/>
          <p:nvPr/>
        </p:nvSpPr>
        <p:spPr>
          <a:xfrm>
            <a:off x="80010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8" name="Shape 426"/>
          <p:cNvSpPr/>
          <p:nvPr/>
        </p:nvSpPr>
        <p:spPr>
          <a:xfrm>
            <a:off x="80010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9" name="Shape 427"/>
          <p:cNvSpPr/>
          <p:nvPr/>
        </p:nvSpPr>
        <p:spPr>
          <a:xfrm>
            <a:off x="80010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0" name="Shape 428"/>
          <p:cNvSpPr/>
          <p:nvPr/>
        </p:nvSpPr>
        <p:spPr>
          <a:xfrm>
            <a:off x="80010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1" name="Shape 429"/>
          <p:cNvSpPr/>
          <p:nvPr/>
        </p:nvSpPr>
        <p:spPr>
          <a:xfrm>
            <a:off x="80010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2" name="Shape 430"/>
          <p:cNvSpPr/>
          <p:nvPr/>
        </p:nvSpPr>
        <p:spPr>
          <a:xfrm>
            <a:off x="80010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3" name="Shape 431"/>
          <p:cNvSpPr/>
          <p:nvPr/>
        </p:nvSpPr>
        <p:spPr>
          <a:xfrm>
            <a:off x="80010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4" name="Shape 432"/>
          <p:cNvSpPr/>
          <p:nvPr/>
        </p:nvSpPr>
        <p:spPr>
          <a:xfrm>
            <a:off x="80010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5" name="Shape 433"/>
          <p:cNvSpPr/>
          <p:nvPr/>
        </p:nvSpPr>
        <p:spPr>
          <a:xfrm>
            <a:off x="80010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6" name="Shape 434"/>
          <p:cNvSpPr/>
          <p:nvPr/>
        </p:nvSpPr>
        <p:spPr>
          <a:xfrm>
            <a:off x="80010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7" name="Shape 435"/>
          <p:cNvSpPr/>
          <p:nvPr/>
        </p:nvSpPr>
        <p:spPr>
          <a:xfrm>
            <a:off x="80010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8" name="Shape 436"/>
          <p:cNvSpPr/>
          <p:nvPr/>
        </p:nvSpPr>
        <p:spPr>
          <a:xfrm>
            <a:off x="80010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9" name="Shape 437"/>
          <p:cNvSpPr/>
          <p:nvPr/>
        </p:nvSpPr>
        <p:spPr>
          <a:xfrm>
            <a:off x="80010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0" name="Shape 438"/>
          <p:cNvSpPr/>
          <p:nvPr/>
        </p:nvSpPr>
        <p:spPr>
          <a:xfrm>
            <a:off x="80010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1" name="Shape 439"/>
          <p:cNvSpPr/>
          <p:nvPr/>
        </p:nvSpPr>
        <p:spPr>
          <a:xfrm>
            <a:off x="80010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2" name="Shape 440"/>
          <p:cNvSpPr/>
          <p:nvPr/>
        </p:nvSpPr>
        <p:spPr>
          <a:xfrm>
            <a:off x="80010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3" name="Shape 441"/>
          <p:cNvSpPr/>
          <p:nvPr/>
        </p:nvSpPr>
        <p:spPr>
          <a:xfrm>
            <a:off x="80010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4" name="Shape 442"/>
          <p:cNvSpPr/>
          <p:nvPr/>
        </p:nvSpPr>
        <p:spPr>
          <a:xfrm>
            <a:off x="83210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5" name="Shape 443"/>
          <p:cNvSpPr/>
          <p:nvPr/>
        </p:nvSpPr>
        <p:spPr>
          <a:xfrm>
            <a:off x="83210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6" name="Shape 444"/>
          <p:cNvSpPr/>
          <p:nvPr/>
        </p:nvSpPr>
        <p:spPr>
          <a:xfrm>
            <a:off x="83210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7" name="Shape 445"/>
          <p:cNvSpPr/>
          <p:nvPr/>
        </p:nvSpPr>
        <p:spPr>
          <a:xfrm>
            <a:off x="83210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8" name="Shape 446"/>
          <p:cNvSpPr/>
          <p:nvPr/>
        </p:nvSpPr>
        <p:spPr>
          <a:xfrm>
            <a:off x="83210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9" name="Shape 447"/>
          <p:cNvSpPr/>
          <p:nvPr/>
        </p:nvSpPr>
        <p:spPr>
          <a:xfrm>
            <a:off x="83210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0" name="Shape 448"/>
          <p:cNvSpPr/>
          <p:nvPr/>
        </p:nvSpPr>
        <p:spPr>
          <a:xfrm>
            <a:off x="83210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1" name="Shape 449"/>
          <p:cNvSpPr/>
          <p:nvPr/>
        </p:nvSpPr>
        <p:spPr>
          <a:xfrm>
            <a:off x="83210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2" name="Shape 450"/>
          <p:cNvSpPr/>
          <p:nvPr/>
        </p:nvSpPr>
        <p:spPr>
          <a:xfrm>
            <a:off x="83210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3" name="Shape 451"/>
          <p:cNvSpPr/>
          <p:nvPr/>
        </p:nvSpPr>
        <p:spPr>
          <a:xfrm>
            <a:off x="83210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4" name="Shape 452"/>
          <p:cNvSpPr/>
          <p:nvPr/>
        </p:nvSpPr>
        <p:spPr>
          <a:xfrm>
            <a:off x="83210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5" name="Shape 453"/>
          <p:cNvSpPr/>
          <p:nvPr/>
        </p:nvSpPr>
        <p:spPr>
          <a:xfrm>
            <a:off x="83210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6" name="Shape 454"/>
          <p:cNvSpPr/>
          <p:nvPr/>
        </p:nvSpPr>
        <p:spPr>
          <a:xfrm>
            <a:off x="83210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7" name="Shape 455"/>
          <p:cNvSpPr/>
          <p:nvPr/>
        </p:nvSpPr>
        <p:spPr>
          <a:xfrm>
            <a:off x="83210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8" name="Shape 456"/>
          <p:cNvSpPr/>
          <p:nvPr/>
        </p:nvSpPr>
        <p:spPr>
          <a:xfrm>
            <a:off x="83210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9" name="Shape 457"/>
          <p:cNvSpPr/>
          <p:nvPr/>
        </p:nvSpPr>
        <p:spPr>
          <a:xfrm>
            <a:off x="83210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0" name="Shape 458"/>
          <p:cNvSpPr/>
          <p:nvPr/>
        </p:nvSpPr>
        <p:spPr>
          <a:xfrm>
            <a:off x="83210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1" name="Shape 459"/>
          <p:cNvSpPr/>
          <p:nvPr/>
        </p:nvSpPr>
        <p:spPr>
          <a:xfrm>
            <a:off x="86410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2" name="Shape 460"/>
          <p:cNvSpPr/>
          <p:nvPr/>
        </p:nvSpPr>
        <p:spPr>
          <a:xfrm>
            <a:off x="86410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3" name="Shape 461"/>
          <p:cNvSpPr/>
          <p:nvPr/>
        </p:nvSpPr>
        <p:spPr>
          <a:xfrm>
            <a:off x="86410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4" name="Shape 462"/>
          <p:cNvSpPr/>
          <p:nvPr/>
        </p:nvSpPr>
        <p:spPr>
          <a:xfrm>
            <a:off x="86410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5" name="Shape 463"/>
          <p:cNvSpPr/>
          <p:nvPr/>
        </p:nvSpPr>
        <p:spPr>
          <a:xfrm>
            <a:off x="86410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6" name="Shape 464"/>
          <p:cNvSpPr/>
          <p:nvPr/>
        </p:nvSpPr>
        <p:spPr>
          <a:xfrm>
            <a:off x="86410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7" name="Shape 465"/>
          <p:cNvSpPr/>
          <p:nvPr/>
        </p:nvSpPr>
        <p:spPr>
          <a:xfrm>
            <a:off x="86410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8" name="Shape 466"/>
          <p:cNvSpPr/>
          <p:nvPr/>
        </p:nvSpPr>
        <p:spPr>
          <a:xfrm>
            <a:off x="86410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9" name="Shape 467"/>
          <p:cNvSpPr/>
          <p:nvPr/>
        </p:nvSpPr>
        <p:spPr>
          <a:xfrm>
            <a:off x="86410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0" name="Shape 468"/>
          <p:cNvSpPr/>
          <p:nvPr/>
        </p:nvSpPr>
        <p:spPr>
          <a:xfrm>
            <a:off x="86410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1" name="Shape 469"/>
          <p:cNvSpPr/>
          <p:nvPr/>
        </p:nvSpPr>
        <p:spPr>
          <a:xfrm>
            <a:off x="86410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2" name="Shape 470"/>
          <p:cNvSpPr/>
          <p:nvPr/>
        </p:nvSpPr>
        <p:spPr>
          <a:xfrm>
            <a:off x="86410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3" name="Shape 471"/>
          <p:cNvSpPr/>
          <p:nvPr/>
        </p:nvSpPr>
        <p:spPr>
          <a:xfrm>
            <a:off x="86410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4" name="Shape 472"/>
          <p:cNvSpPr/>
          <p:nvPr/>
        </p:nvSpPr>
        <p:spPr>
          <a:xfrm>
            <a:off x="86410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5" name="Shape 473"/>
          <p:cNvSpPr/>
          <p:nvPr/>
        </p:nvSpPr>
        <p:spPr>
          <a:xfrm>
            <a:off x="86410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6" name="Shape 474"/>
          <p:cNvSpPr/>
          <p:nvPr/>
        </p:nvSpPr>
        <p:spPr>
          <a:xfrm>
            <a:off x="86410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7" name="Shape 475"/>
          <p:cNvSpPr/>
          <p:nvPr/>
        </p:nvSpPr>
        <p:spPr>
          <a:xfrm>
            <a:off x="86410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8" name="Shape 476"/>
          <p:cNvSpPr/>
          <p:nvPr/>
        </p:nvSpPr>
        <p:spPr>
          <a:xfrm>
            <a:off x="89611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9" name="Shape 477"/>
          <p:cNvSpPr/>
          <p:nvPr/>
        </p:nvSpPr>
        <p:spPr>
          <a:xfrm>
            <a:off x="89611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0" name="Shape 478"/>
          <p:cNvSpPr/>
          <p:nvPr/>
        </p:nvSpPr>
        <p:spPr>
          <a:xfrm>
            <a:off x="89611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1" name="Shape 479"/>
          <p:cNvSpPr/>
          <p:nvPr/>
        </p:nvSpPr>
        <p:spPr>
          <a:xfrm>
            <a:off x="89611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2" name="Shape 480"/>
          <p:cNvSpPr/>
          <p:nvPr/>
        </p:nvSpPr>
        <p:spPr>
          <a:xfrm>
            <a:off x="89611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3" name="Shape 481"/>
          <p:cNvSpPr/>
          <p:nvPr/>
        </p:nvSpPr>
        <p:spPr>
          <a:xfrm>
            <a:off x="89611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4" name="Shape 482"/>
          <p:cNvSpPr/>
          <p:nvPr/>
        </p:nvSpPr>
        <p:spPr>
          <a:xfrm>
            <a:off x="89611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5" name="Shape 483"/>
          <p:cNvSpPr/>
          <p:nvPr/>
        </p:nvSpPr>
        <p:spPr>
          <a:xfrm>
            <a:off x="89611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6" name="Shape 484"/>
          <p:cNvSpPr/>
          <p:nvPr/>
        </p:nvSpPr>
        <p:spPr>
          <a:xfrm>
            <a:off x="89611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7" name="Shape 485"/>
          <p:cNvSpPr/>
          <p:nvPr/>
        </p:nvSpPr>
        <p:spPr>
          <a:xfrm>
            <a:off x="89611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8" name="Shape 486"/>
          <p:cNvSpPr/>
          <p:nvPr/>
        </p:nvSpPr>
        <p:spPr>
          <a:xfrm>
            <a:off x="89611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9" name="Shape 487"/>
          <p:cNvSpPr/>
          <p:nvPr/>
        </p:nvSpPr>
        <p:spPr>
          <a:xfrm>
            <a:off x="89611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0" name="Shape 488"/>
          <p:cNvSpPr/>
          <p:nvPr/>
        </p:nvSpPr>
        <p:spPr>
          <a:xfrm>
            <a:off x="89611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1" name="Shape 489"/>
          <p:cNvSpPr/>
          <p:nvPr/>
        </p:nvSpPr>
        <p:spPr>
          <a:xfrm>
            <a:off x="89611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2" name="Shape 490"/>
          <p:cNvSpPr/>
          <p:nvPr/>
        </p:nvSpPr>
        <p:spPr>
          <a:xfrm>
            <a:off x="89611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3" name="Shape 491"/>
          <p:cNvSpPr/>
          <p:nvPr/>
        </p:nvSpPr>
        <p:spPr>
          <a:xfrm>
            <a:off x="89611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4" name="Shape 492"/>
          <p:cNvSpPr/>
          <p:nvPr/>
        </p:nvSpPr>
        <p:spPr>
          <a:xfrm>
            <a:off x="89611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5" name="Shape 49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6" name="Shape 494"/>
          <p:cNvSpPr/>
          <p:nvPr/>
        </p:nvSpPr>
        <p:spPr>
          <a:xfrm>
            <a:off x="365760" y="4846320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7" name="Text 495"/>
          <p:cNvSpPr/>
          <p:nvPr/>
        </p:nvSpPr>
        <p:spPr>
          <a:xfrm>
            <a:off x="548640" y="4773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Graphy</a:t>
            </a:r>
            <a:endParaRPr lang="en-US" sz="1000" dirty="0"/>
          </a:p>
        </p:txBody>
      </p:sp>
      <p:sp>
        <p:nvSpPr>
          <p:cNvPr id="498" name="Text 496"/>
          <p:cNvSpPr/>
          <p:nvPr/>
        </p:nvSpPr>
        <p:spPr>
          <a:xfrm>
            <a:off x="8046720" y="47731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499" name="Text 497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 ·  01</a:t>
            </a:r>
            <a:endParaRPr lang="en-US" sz="1100" dirty="0"/>
          </a:p>
        </p:txBody>
      </p:sp>
      <p:sp>
        <p:nvSpPr>
          <p:cNvPr id="500" name="Text 498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Savoir architecturer </a:t>
            </a: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devient le vrai métier.</a:t>
            </a:r>
            <a:endParaRPr lang="en-US" sz="3200" dirty="0"/>
          </a:p>
        </p:txBody>
      </p:sp>
      <p:sp>
        <p:nvSpPr>
          <p:cNvPr id="501" name="Shape 499"/>
          <p:cNvSpPr/>
          <p:nvPr/>
        </p:nvSpPr>
        <p:spPr>
          <a:xfrm>
            <a:off x="457200" y="1920240"/>
            <a:ext cx="3977640" cy="2606040"/>
          </a:xfrm>
          <a:prstGeom prst="roundRect">
            <a:avLst>
              <a:gd name="adj" fmla="val 2807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2" name="Text 500"/>
          <p:cNvSpPr/>
          <p:nvPr/>
        </p:nvSpPr>
        <p:spPr>
          <a:xfrm>
            <a:off x="731520" y="2148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</a:t>
            </a:r>
            <a:endParaRPr lang="en-US" sz="1100" dirty="0"/>
          </a:p>
        </p:txBody>
      </p:sp>
      <p:sp>
        <p:nvSpPr>
          <p:cNvPr id="503" name="Text 501"/>
          <p:cNvSpPr/>
          <p:nvPr/>
        </p:nvSpPr>
        <p:spPr>
          <a:xfrm>
            <a:off x="731520" y="246888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dev écrivait du code.</a:t>
            </a:r>
            <a:endParaRPr lang="en-US" sz="2200" dirty="0"/>
          </a:p>
        </p:txBody>
      </p:sp>
      <p:sp>
        <p:nvSpPr>
          <p:cNvPr id="504" name="Text 502"/>
          <p:cNvSpPr/>
          <p:nvPr/>
        </p:nvSpPr>
        <p:spPr>
          <a:xfrm>
            <a:off x="731520" y="329184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Productivité = vitesse de frappe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L'outil = éditeur de texte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valeur = lignes produites</a:t>
            </a:r>
            <a:endParaRPr lang="en-US" sz="1300" dirty="0"/>
          </a:p>
        </p:txBody>
      </p:sp>
      <p:sp>
        <p:nvSpPr>
          <p:cNvPr id="505" name="Shape 503"/>
          <p:cNvSpPr/>
          <p:nvPr/>
        </p:nvSpPr>
        <p:spPr>
          <a:xfrm>
            <a:off x="4709160" y="1920240"/>
            <a:ext cx="3977640" cy="2606040"/>
          </a:xfrm>
          <a:prstGeom prst="roundRect">
            <a:avLst>
              <a:gd name="adj" fmla="val 2807"/>
            </a:avLst>
          </a:prstGeom>
          <a:solidFill>
            <a:srgbClr val="111827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6" name="Shape 504"/>
          <p:cNvSpPr/>
          <p:nvPr/>
        </p:nvSpPr>
        <p:spPr>
          <a:xfrm>
            <a:off x="4709160" y="1920240"/>
            <a:ext cx="54864" cy="260604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7" name="Text 505"/>
          <p:cNvSpPr/>
          <p:nvPr/>
        </p:nvSpPr>
        <p:spPr>
          <a:xfrm>
            <a:off x="4983480" y="2148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</a:t>
            </a:r>
            <a:endParaRPr lang="en-US" sz="1100" dirty="0"/>
          </a:p>
        </p:txBody>
      </p:sp>
      <p:sp>
        <p:nvSpPr>
          <p:cNvPr id="508" name="Text 506"/>
          <p:cNvSpPr/>
          <p:nvPr/>
        </p:nvSpPr>
        <p:spPr>
          <a:xfrm>
            <a:off x="4983480" y="246888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dev pense l'architecture.</a:t>
            </a:r>
            <a:endParaRPr lang="en-US" sz="2200" dirty="0"/>
          </a:p>
        </p:txBody>
      </p:sp>
      <p:sp>
        <p:nvSpPr>
          <p:cNvPr id="509" name="Text 507"/>
          <p:cNvSpPr/>
          <p:nvPr/>
        </p:nvSpPr>
        <p:spPr>
          <a:xfrm>
            <a:off x="4983480" y="329184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Productivité = qualité des décisions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L'outil = doit montrer la structure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valeur = clarté et cohérence</a:t>
            </a:r>
            <a:endParaRPr lang="en-US" sz="1300" dirty="0"/>
          </a:p>
        </p:txBody>
      </p:sp>
      <p:sp>
        <p:nvSpPr>
          <p:cNvPr id="510" name="Text 50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nos IDE n'ont pas changé depuis 20 ans.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00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200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200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200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200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200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200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200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3200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00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3200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200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3200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3200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200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6400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6400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6400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6400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6400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6400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6400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6400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6400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6400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6400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6400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6400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6400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6400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6400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6400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9601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9601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9601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9601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9601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Shape 56"/>
          <p:cNvSpPr/>
          <p:nvPr/>
        </p:nvSpPr>
        <p:spPr>
          <a:xfrm>
            <a:off x="9601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Shape 57"/>
          <p:cNvSpPr/>
          <p:nvPr/>
        </p:nvSpPr>
        <p:spPr>
          <a:xfrm>
            <a:off x="9601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9601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Shape 59"/>
          <p:cNvSpPr/>
          <p:nvPr/>
        </p:nvSpPr>
        <p:spPr>
          <a:xfrm>
            <a:off x="9601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Shape 60"/>
          <p:cNvSpPr/>
          <p:nvPr/>
        </p:nvSpPr>
        <p:spPr>
          <a:xfrm>
            <a:off x="9601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Shape 61"/>
          <p:cNvSpPr/>
          <p:nvPr/>
        </p:nvSpPr>
        <p:spPr>
          <a:xfrm>
            <a:off x="9601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Shape 62"/>
          <p:cNvSpPr/>
          <p:nvPr/>
        </p:nvSpPr>
        <p:spPr>
          <a:xfrm>
            <a:off x="9601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Shape 63"/>
          <p:cNvSpPr/>
          <p:nvPr/>
        </p:nvSpPr>
        <p:spPr>
          <a:xfrm>
            <a:off x="9601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Shape 64"/>
          <p:cNvSpPr/>
          <p:nvPr/>
        </p:nvSpPr>
        <p:spPr>
          <a:xfrm>
            <a:off x="9601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7" name="Shape 65"/>
          <p:cNvSpPr/>
          <p:nvPr/>
        </p:nvSpPr>
        <p:spPr>
          <a:xfrm>
            <a:off x="9601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8" name="Shape 66"/>
          <p:cNvSpPr/>
          <p:nvPr/>
        </p:nvSpPr>
        <p:spPr>
          <a:xfrm>
            <a:off x="9601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9" name="Shape 67"/>
          <p:cNvSpPr/>
          <p:nvPr/>
        </p:nvSpPr>
        <p:spPr>
          <a:xfrm>
            <a:off x="9601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Shape 68"/>
          <p:cNvSpPr/>
          <p:nvPr/>
        </p:nvSpPr>
        <p:spPr>
          <a:xfrm>
            <a:off x="12801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1" name="Shape 69"/>
          <p:cNvSpPr/>
          <p:nvPr/>
        </p:nvSpPr>
        <p:spPr>
          <a:xfrm>
            <a:off x="12801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2" name="Shape 70"/>
          <p:cNvSpPr/>
          <p:nvPr/>
        </p:nvSpPr>
        <p:spPr>
          <a:xfrm>
            <a:off x="12801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Shape 71"/>
          <p:cNvSpPr/>
          <p:nvPr/>
        </p:nvSpPr>
        <p:spPr>
          <a:xfrm>
            <a:off x="12801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4" name="Shape 72"/>
          <p:cNvSpPr/>
          <p:nvPr/>
        </p:nvSpPr>
        <p:spPr>
          <a:xfrm>
            <a:off x="12801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Shape 73"/>
          <p:cNvSpPr/>
          <p:nvPr/>
        </p:nvSpPr>
        <p:spPr>
          <a:xfrm>
            <a:off x="12801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6" name="Shape 74"/>
          <p:cNvSpPr/>
          <p:nvPr/>
        </p:nvSpPr>
        <p:spPr>
          <a:xfrm>
            <a:off x="12801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7" name="Shape 75"/>
          <p:cNvSpPr/>
          <p:nvPr/>
        </p:nvSpPr>
        <p:spPr>
          <a:xfrm>
            <a:off x="12801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8" name="Shape 76"/>
          <p:cNvSpPr/>
          <p:nvPr/>
        </p:nvSpPr>
        <p:spPr>
          <a:xfrm>
            <a:off x="12801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9" name="Shape 77"/>
          <p:cNvSpPr/>
          <p:nvPr/>
        </p:nvSpPr>
        <p:spPr>
          <a:xfrm>
            <a:off x="12801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0" name="Shape 78"/>
          <p:cNvSpPr/>
          <p:nvPr/>
        </p:nvSpPr>
        <p:spPr>
          <a:xfrm>
            <a:off x="12801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1" name="Shape 79"/>
          <p:cNvSpPr/>
          <p:nvPr/>
        </p:nvSpPr>
        <p:spPr>
          <a:xfrm>
            <a:off x="12801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2" name="Shape 80"/>
          <p:cNvSpPr/>
          <p:nvPr/>
        </p:nvSpPr>
        <p:spPr>
          <a:xfrm>
            <a:off x="12801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3" name="Shape 81"/>
          <p:cNvSpPr/>
          <p:nvPr/>
        </p:nvSpPr>
        <p:spPr>
          <a:xfrm>
            <a:off x="12801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4" name="Shape 82"/>
          <p:cNvSpPr/>
          <p:nvPr/>
        </p:nvSpPr>
        <p:spPr>
          <a:xfrm>
            <a:off x="12801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5" name="Shape 83"/>
          <p:cNvSpPr/>
          <p:nvPr/>
        </p:nvSpPr>
        <p:spPr>
          <a:xfrm>
            <a:off x="12801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6" name="Shape 84"/>
          <p:cNvSpPr/>
          <p:nvPr/>
        </p:nvSpPr>
        <p:spPr>
          <a:xfrm>
            <a:off x="12801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7" name="Shape 85"/>
          <p:cNvSpPr/>
          <p:nvPr/>
        </p:nvSpPr>
        <p:spPr>
          <a:xfrm>
            <a:off x="16002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8" name="Shape 86"/>
          <p:cNvSpPr/>
          <p:nvPr/>
        </p:nvSpPr>
        <p:spPr>
          <a:xfrm>
            <a:off x="16002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9" name="Shape 87"/>
          <p:cNvSpPr/>
          <p:nvPr/>
        </p:nvSpPr>
        <p:spPr>
          <a:xfrm>
            <a:off x="16002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0" name="Shape 88"/>
          <p:cNvSpPr/>
          <p:nvPr/>
        </p:nvSpPr>
        <p:spPr>
          <a:xfrm>
            <a:off x="16002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1" name="Shape 89"/>
          <p:cNvSpPr/>
          <p:nvPr/>
        </p:nvSpPr>
        <p:spPr>
          <a:xfrm>
            <a:off x="16002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2" name="Shape 90"/>
          <p:cNvSpPr/>
          <p:nvPr/>
        </p:nvSpPr>
        <p:spPr>
          <a:xfrm>
            <a:off x="16002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3" name="Shape 91"/>
          <p:cNvSpPr/>
          <p:nvPr/>
        </p:nvSpPr>
        <p:spPr>
          <a:xfrm>
            <a:off x="16002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4" name="Shape 92"/>
          <p:cNvSpPr/>
          <p:nvPr/>
        </p:nvSpPr>
        <p:spPr>
          <a:xfrm>
            <a:off x="16002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5" name="Shape 93"/>
          <p:cNvSpPr/>
          <p:nvPr/>
        </p:nvSpPr>
        <p:spPr>
          <a:xfrm>
            <a:off x="16002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6" name="Shape 94"/>
          <p:cNvSpPr/>
          <p:nvPr/>
        </p:nvSpPr>
        <p:spPr>
          <a:xfrm>
            <a:off x="16002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7" name="Shape 95"/>
          <p:cNvSpPr/>
          <p:nvPr/>
        </p:nvSpPr>
        <p:spPr>
          <a:xfrm>
            <a:off x="16002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8" name="Shape 96"/>
          <p:cNvSpPr/>
          <p:nvPr/>
        </p:nvSpPr>
        <p:spPr>
          <a:xfrm>
            <a:off x="16002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9" name="Shape 97"/>
          <p:cNvSpPr/>
          <p:nvPr/>
        </p:nvSpPr>
        <p:spPr>
          <a:xfrm>
            <a:off x="16002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0" name="Shape 98"/>
          <p:cNvSpPr/>
          <p:nvPr/>
        </p:nvSpPr>
        <p:spPr>
          <a:xfrm>
            <a:off x="16002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1" name="Shape 99"/>
          <p:cNvSpPr/>
          <p:nvPr/>
        </p:nvSpPr>
        <p:spPr>
          <a:xfrm>
            <a:off x="16002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2" name="Shape 100"/>
          <p:cNvSpPr/>
          <p:nvPr/>
        </p:nvSpPr>
        <p:spPr>
          <a:xfrm>
            <a:off x="16002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3" name="Shape 101"/>
          <p:cNvSpPr/>
          <p:nvPr/>
        </p:nvSpPr>
        <p:spPr>
          <a:xfrm>
            <a:off x="16002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4" name="Shape 102"/>
          <p:cNvSpPr/>
          <p:nvPr/>
        </p:nvSpPr>
        <p:spPr>
          <a:xfrm>
            <a:off x="19202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5" name="Shape 103"/>
          <p:cNvSpPr/>
          <p:nvPr/>
        </p:nvSpPr>
        <p:spPr>
          <a:xfrm>
            <a:off x="19202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6" name="Shape 104"/>
          <p:cNvSpPr/>
          <p:nvPr/>
        </p:nvSpPr>
        <p:spPr>
          <a:xfrm>
            <a:off x="19202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7" name="Shape 105"/>
          <p:cNvSpPr/>
          <p:nvPr/>
        </p:nvSpPr>
        <p:spPr>
          <a:xfrm>
            <a:off x="19202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8" name="Shape 106"/>
          <p:cNvSpPr/>
          <p:nvPr/>
        </p:nvSpPr>
        <p:spPr>
          <a:xfrm>
            <a:off x="19202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9" name="Shape 107"/>
          <p:cNvSpPr/>
          <p:nvPr/>
        </p:nvSpPr>
        <p:spPr>
          <a:xfrm>
            <a:off x="19202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0" name="Shape 108"/>
          <p:cNvSpPr/>
          <p:nvPr/>
        </p:nvSpPr>
        <p:spPr>
          <a:xfrm>
            <a:off x="19202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1" name="Shape 109"/>
          <p:cNvSpPr/>
          <p:nvPr/>
        </p:nvSpPr>
        <p:spPr>
          <a:xfrm>
            <a:off x="19202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2" name="Shape 110"/>
          <p:cNvSpPr/>
          <p:nvPr/>
        </p:nvSpPr>
        <p:spPr>
          <a:xfrm>
            <a:off x="19202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3" name="Shape 111"/>
          <p:cNvSpPr/>
          <p:nvPr/>
        </p:nvSpPr>
        <p:spPr>
          <a:xfrm>
            <a:off x="19202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4" name="Shape 112"/>
          <p:cNvSpPr/>
          <p:nvPr/>
        </p:nvSpPr>
        <p:spPr>
          <a:xfrm>
            <a:off x="19202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5" name="Shape 113"/>
          <p:cNvSpPr/>
          <p:nvPr/>
        </p:nvSpPr>
        <p:spPr>
          <a:xfrm>
            <a:off x="19202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6" name="Shape 114"/>
          <p:cNvSpPr/>
          <p:nvPr/>
        </p:nvSpPr>
        <p:spPr>
          <a:xfrm>
            <a:off x="19202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7" name="Shape 115"/>
          <p:cNvSpPr/>
          <p:nvPr/>
        </p:nvSpPr>
        <p:spPr>
          <a:xfrm>
            <a:off x="19202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8" name="Shape 116"/>
          <p:cNvSpPr/>
          <p:nvPr/>
        </p:nvSpPr>
        <p:spPr>
          <a:xfrm>
            <a:off x="19202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9" name="Shape 117"/>
          <p:cNvSpPr/>
          <p:nvPr/>
        </p:nvSpPr>
        <p:spPr>
          <a:xfrm>
            <a:off x="19202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0" name="Shape 118"/>
          <p:cNvSpPr/>
          <p:nvPr/>
        </p:nvSpPr>
        <p:spPr>
          <a:xfrm>
            <a:off x="19202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1" name="Shape 119"/>
          <p:cNvSpPr/>
          <p:nvPr/>
        </p:nvSpPr>
        <p:spPr>
          <a:xfrm>
            <a:off x="22402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2" name="Shape 120"/>
          <p:cNvSpPr/>
          <p:nvPr/>
        </p:nvSpPr>
        <p:spPr>
          <a:xfrm>
            <a:off x="22402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3" name="Shape 121"/>
          <p:cNvSpPr/>
          <p:nvPr/>
        </p:nvSpPr>
        <p:spPr>
          <a:xfrm>
            <a:off x="22402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4" name="Shape 122"/>
          <p:cNvSpPr/>
          <p:nvPr/>
        </p:nvSpPr>
        <p:spPr>
          <a:xfrm>
            <a:off x="22402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5" name="Shape 123"/>
          <p:cNvSpPr/>
          <p:nvPr/>
        </p:nvSpPr>
        <p:spPr>
          <a:xfrm>
            <a:off x="22402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6" name="Shape 124"/>
          <p:cNvSpPr/>
          <p:nvPr/>
        </p:nvSpPr>
        <p:spPr>
          <a:xfrm>
            <a:off x="22402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7" name="Shape 125"/>
          <p:cNvSpPr/>
          <p:nvPr/>
        </p:nvSpPr>
        <p:spPr>
          <a:xfrm>
            <a:off x="22402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8" name="Shape 126"/>
          <p:cNvSpPr/>
          <p:nvPr/>
        </p:nvSpPr>
        <p:spPr>
          <a:xfrm>
            <a:off x="22402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9" name="Shape 127"/>
          <p:cNvSpPr/>
          <p:nvPr/>
        </p:nvSpPr>
        <p:spPr>
          <a:xfrm>
            <a:off x="22402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0" name="Shape 128"/>
          <p:cNvSpPr/>
          <p:nvPr/>
        </p:nvSpPr>
        <p:spPr>
          <a:xfrm>
            <a:off x="22402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1" name="Shape 129"/>
          <p:cNvSpPr/>
          <p:nvPr/>
        </p:nvSpPr>
        <p:spPr>
          <a:xfrm>
            <a:off x="22402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2" name="Shape 130"/>
          <p:cNvSpPr/>
          <p:nvPr/>
        </p:nvSpPr>
        <p:spPr>
          <a:xfrm>
            <a:off x="22402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3" name="Shape 131"/>
          <p:cNvSpPr/>
          <p:nvPr/>
        </p:nvSpPr>
        <p:spPr>
          <a:xfrm>
            <a:off x="22402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4" name="Shape 132"/>
          <p:cNvSpPr/>
          <p:nvPr/>
        </p:nvSpPr>
        <p:spPr>
          <a:xfrm>
            <a:off x="22402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5" name="Shape 133"/>
          <p:cNvSpPr/>
          <p:nvPr/>
        </p:nvSpPr>
        <p:spPr>
          <a:xfrm>
            <a:off x="22402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6" name="Shape 134"/>
          <p:cNvSpPr/>
          <p:nvPr/>
        </p:nvSpPr>
        <p:spPr>
          <a:xfrm>
            <a:off x="22402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7" name="Shape 135"/>
          <p:cNvSpPr/>
          <p:nvPr/>
        </p:nvSpPr>
        <p:spPr>
          <a:xfrm>
            <a:off x="22402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8" name="Shape 136"/>
          <p:cNvSpPr/>
          <p:nvPr/>
        </p:nvSpPr>
        <p:spPr>
          <a:xfrm>
            <a:off x="25603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9" name="Shape 137"/>
          <p:cNvSpPr/>
          <p:nvPr/>
        </p:nvSpPr>
        <p:spPr>
          <a:xfrm>
            <a:off x="25603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0" name="Shape 138"/>
          <p:cNvSpPr/>
          <p:nvPr/>
        </p:nvSpPr>
        <p:spPr>
          <a:xfrm>
            <a:off x="25603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1" name="Shape 139"/>
          <p:cNvSpPr/>
          <p:nvPr/>
        </p:nvSpPr>
        <p:spPr>
          <a:xfrm>
            <a:off x="25603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2" name="Shape 140"/>
          <p:cNvSpPr/>
          <p:nvPr/>
        </p:nvSpPr>
        <p:spPr>
          <a:xfrm>
            <a:off x="25603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3" name="Shape 141"/>
          <p:cNvSpPr/>
          <p:nvPr/>
        </p:nvSpPr>
        <p:spPr>
          <a:xfrm>
            <a:off x="25603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4" name="Shape 142"/>
          <p:cNvSpPr/>
          <p:nvPr/>
        </p:nvSpPr>
        <p:spPr>
          <a:xfrm>
            <a:off x="25603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5" name="Shape 143"/>
          <p:cNvSpPr/>
          <p:nvPr/>
        </p:nvSpPr>
        <p:spPr>
          <a:xfrm>
            <a:off x="25603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6" name="Shape 144"/>
          <p:cNvSpPr/>
          <p:nvPr/>
        </p:nvSpPr>
        <p:spPr>
          <a:xfrm>
            <a:off x="25603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7" name="Shape 145"/>
          <p:cNvSpPr/>
          <p:nvPr/>
        </p:nvSpPr>
        <p:spPr>
          <a:xfrm>
            <a:off x="25603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8" name="Shape 146"/>
          <p:cNvSpPr/>
          <p:nvPr/>
        </p:nvSpPr>
        <p:spPr>
          <a:xfrm>
            <a:off x="25603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9" name="Shape 147"/>
          <p:cNvSpPr/>
          <p:nvPr/>
        </p:nvSpPr>
        <p:spPr>
          <a:xfrm>
            <a:off x="25603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0" name="Shape 148"/>
          <p:cNvSpPr/>
          <p:nvPr/>
        </p:nvSpPr>
        <p:spPr>
          <a:xfrm>
            <a:off x="25603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1" name="Shape 149"/>
          <p:cNvSpPr/>
          <p:nvPr/>
        </p:nvSpPr>
        <p:spPr>
          <a:xfrm>
            <a:off x="25603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2" name="Shape 150"/>
          <p:cNvSpPr/>
          <p:nvPr/>
        </p:nvSpPr>
        <p:spPr>
          <a:xfrm>
            <a:off x="25603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3" name="Shape 151"/>
          <p:cNvSpPr/>
          <p:nvPr/>
        </p:nvSpPr>
        <p:spPr>
          <a:xfrm>
            <a:off x="25603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4" name="Shape 152"/>
          <p:cNvSpPr/>
          <p:nvPr/>
        </p:nvSpPr>
        <p:spPr>
          <a:xfrm>
            <a:off x="25603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5" name="Shape 153"/>
          <p:cNvSpPr/>
          <p:nvPr/>
        </p:nvSpPr>
        <p:spPr>
          <a:xfrm>
            <a:off x="28803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6" name="Shape 154"/>
          <p:cNvSpPr/>
          <p:nvPr/>
        </p:nvSpPr>
        <p:spPr>
          <a:xfrm>
            <a:off x="28803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7" name="Shape 155"/>
          <p:cNvSpPr/>
          <p:nvPr/>
        </p:nvSpPr>
        <p:spPr>
          <a:xfrm>
            <a:off x="28803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8" name="Shape 156"/>
          <p:cNvSpPr/>
          <p:nvPr/>
        </p:nvSpPr>
        <p:spPr>
          <a:xfrm>
            <a:off x="28803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9" name="Shape 157"/>
          <p:cNvSpPr/>
          <p:nvPr/>
        </p:nvSpPr>
        <p:spPr>
          <a:xfrm>
            <a:off x="28803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0" name="Shape 158"/>
          <p:cNvSpPr/>
          <p:nvPr/>
        </p:nvSpPr>
        <p:spPr>
          <a:xfrm>
            <a:off x="28803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1" name="Shape 159"/>
          <p:cNvSpPr/>
          <p:nvPr/>
        </p:nvSpPr>
        <p:spPr>
          <a:xfrm>
            <a:off x="28803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2" name="Shape 160"/>
          <p:cNvSpPr/>
          <p:nvPr/>
        </p:nvSpPr>
        <p:spPr>
          <a:xfrm>
            <a:off x="28803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3" name="Shape 161"/>
          <p:cNvSpPr/>
          <p:nvPr/>
        </p:nvSpPr>
        <p:spPr>
          <a:xfrm>
            <a:off x="28803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4" name="Shape 162"/>
          <p:cNvSpPr/>
          <p:nvPr/>
        </p:nvSpPr>
        <p:spPr>
          <a:xfrm>
            <a:off x="28803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5" name="Shape 163"/>
          <p:cNvSpPr/>
          <p:nvPr/>
        </p:nvSpPr>
        <p:spPr>
          <a:xfrm>
            <a:off x="28803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6" name="Shape 164"/>
          <p:cNvSpPr/>
          <p:nvPr/>
        </p:nvSpPr>
        <p:spPr>
          <a:xfrm>
            <a:off x="28803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7" name="Shape 165"/>
          <p:cNvSpPr/>
          <p:nvPr/>
        </p:nvSpPr>
        <p:spPr>
          <a:xfrm>
            <a:off x="28803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8" name="Shape 166"/>
          <p:cNvSpPr/>
          <p:nvPr/>
        </p:nvSpPr>
        <p:spPr>
          <a:xfrm>
            <a:off x="28803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9" name="Shape 167"/>
          <p:cNvSpPr/>
          <p:nvPr/>
        </p:nvSpPr>
        <p:spPr>
          <a:xfrm>
            <a:off x="28803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0" name="Shape 168"/>
          <p:cNvSpPr/>
          <p:nvPr/>
        </p:nvSpPr>
        <p:spPr>
          <a:xfrm>
            <a:off x="28803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1" name="Shape 169"/>
          <p:cNvSpPr/>
          <p:nvPr/>
        </p:nvSpPr>
        <p:spPr>
          <a:xfrm>
            <a:off x="28803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2" name="Shape 170"/>
          <p:cNvSpPr/>
          <p:nvPr/>
        </p:nvSpPr>
        <p:spPr>
          <a:xfrm>
            <a:off x="32004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3" name="Shape 171"/>
          <p:cNvSpPr/>
          <p:nvPr/>
        </p:nvSpPr>
        <p:spPr>
          <a:xfrm>
            <a:off x="32004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4" name="Shape 172"/>
          <p:cNvSpPr/>
          <p:nvPr/>
        </p:nvSpPr>
        <p:spPr>
          <a:xfrm>
            <a:off x="32004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5" name="Shape 173"/>
          <p:cNvSpPr/>
          <p:nvPr/>
        </p:nvSpPr>
        <p:spPr>
          <a:xfrm>
            <a:off x="32004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6" name="Shape 174"/>
          <p:cNvSpPr/>
          <p:nvPr/>
        </p:nvSpPr>
        <p:spPr>
          <a:xfrm>
            <a:off x="32004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7" name="Shape 175"/>
          <p:cNvSpPr/>
          <p:nvPr/>
        </p:nvSpPr>
        <p:spPr>
          <a:xfrm>
            <a:off x="32004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8" name="Shape 176"/>
          <p:cNvSpPr/>
          <p:nvPr/>
        </p:nvSpPr>
        <p:spPr>
          <a:xfrm>
            <a:off x="32004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9" name="Shape 177"/>
          <p:cNvSpPr/>
          <p:nvPr/>
        </p:nvSpPr>
        <p:spPr>
          <a:xfrm>
            <a:off x="32004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0" name="Shape 178"/>
          <p:cNvSpPr/>
          <p:nvPr/>
        </p:nvSpPr>
        <p:spPr>
          <a:xfrm>
            <a:off x="32004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1" name="Shape 179"/>
          <p:cNvSpPr/>
          <p:nvPr/>
        </p:nvSpPr>
        <p:spPr>
          <a:xfrm>
            <a:off x="32004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2" name="Shape 180"/>
          <p:cNvSpPr/>
          <p:nvPr/>
        </p:nvSpPr>
        <p:spPr>
          <a:xfrm>
            <a:off x="32004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3" name="Shape 181"/>
          <p:cNvSpPr/>
          <p:nvPr/>
        </p:nvSpPr>
        <p:spPr>
          <a:xfrm>
            <a:off x="32004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4" name="Shape 182"/>
          <p:cNvSpPr/>
          <p:nvPr/>
        </p:nvSpPr>
        <p:spPr>
          <a:xfrm>
            <a:off x="32004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5" name="Shape 183"/>
          <p:cNvSpPr/>
          <p:nvPr/>
        </p:nvSpPr>
        <p:spPr>
          <a:xfrm>
            <a:off x="32004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6" name="Shape 184"/>
          <p:cNvSpPr/>
          <p:nvPr/>
        </p:nvSpPr>
        <p:spPr>
          <a:xfrm>
            <a:off x="32004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7" name="Shape 185"/>
          <p:cNvSpPr/>
          <p:nvPr/>
        </p:nvSpPr>
        <p:spPr>
          <a:xfrm>
            <a:off x="32004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8" name="Shape 186"/>
          <p:cNvSpPr/>
          <p:nvPr/>
        </p:nvSpPr>
        <p:spPr>
          <a:xfrm>
            <a:off x="32004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9" name="Shape 187"/>
          <p:cNvSpPr/>
          <p:nvPr/>
        </p:nvSpPr>
        <p:spPr>
          <a:xfrm>
            <a:off x="35204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0" name="Shape 188"/>
          <p:cNvSpPr/>
          <p:nvPr/>
        </p:nvSpPr>
        <p:spPr>
          <a:xfrm>
            <a:off x="35204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1" name="Shape 189"/>
          <p:cNvSpPr/>
          <p:nvPr/>
        </p:nvSpPr>
        <p:spPr>
          <a:xfrm>
            <a:off x="35204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2" name="Shape 190"/>
          <p:cNvSpPr/>
          <p:nvPr/>
        </p:nvSpPr>
        <p:spPr>
          <a:xfrm>
            <a:off x="35204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3" name="Shape 191"/>
          <p:cNvSpPr/>
          <p:nvPr/>
        </p:nvSpPr>
        <p:spPr>
          <a:xfrm>
            <a:off x="35204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4" name="Shape 192"/>
          <p:cNvSpPr/>
          <p:nvPr/>
        </p:nvSpPr>
        <p:spPr>
          <a:xfrm>
            <a:off x="35204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5" name="Shape 193"/>
          <p:cNvSpPr/>
          <p:nvPr/>
        </p:nvSpPr>
        <p:spPr>
          <a:xfrm>
            <a:off x="35204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6" name="Shape 194"/>
          <p:cNvSpPr/>
          <p:nvPr/>
        </p:nvSpPr>
        <p:spPr>
          <a:xfrm>
            <a:off x="35204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7" name="Shape 195"/>
          <p:cNvSpPr/>
          <p:nvPr/>
        </p:nvSpPr>
        <p:spPr>
          <a:xfrm>
            <a:off x="35204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8" name="Shape 196"/>
          <p:cNvSpPr/>
          <p:nvPr/>
        </p:nvSpPr>
        <p:spPr>
          <a:xfrm>
            <a:off x="35204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9" name="Shape 197"/>
          <p:cNvSpPr/>
          <p:nvPr/>
        </p:nvSpPr>
        <p:spPr>
          <a:xfrm>
            <a:off x="35204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0" name="Shape 198"/>
          <p:cNvSpPr/>
          <p:nvPr/>
        </p:nvSpPr>
        <p:spPr>
          <a:xfrm>
            <a:off x="35204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1" name="Shape 199"/>
          <p:cNvSpPr/>
          <p:nvPr/>
        </p:nvSpPr>
        <p:spPr>
          <a:xfrm>
            <a:off x="35204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2" name="Shape 200"/>
          <p:cNvSpPr/>
          <p:nvPr/>
        </p:nvSpPr>
        <p:spPr>
          <a:xfrm>
            <a:off x="35204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3" name="Shape 201"/>
          <p:cNvSpPr/>
          <p:nvPr/>
        </p:nvSpPr>
        <p:spPr>
          <a:xfrm>
            <a:off x="35204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4" name="Shape 202"/>
          <p:cNvSpPr/>
          <p:nvPr/>
        </p:nvSpPr>
        <p:spPr>
          <a:xfrm>
            <a:off x="35204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5" name="Shape 203"/>
          <p:cNvSpPr/>
          <p:nvPr/>
        </p:nvSpPr>
        <p:spPr>
          <a:xfrm>
            <a:off x="35204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6" name="Shape 204"/>
          <p:cNvSpPr/>
          <p:nvPr/>
        </p:nvSpPr>
        <p:spPr>
          <a:xfrm>
            <a:off x="38404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7" name="Shape 205"/>
          <p:cNvSpPr/>
          <p:nvPr/>
        </p:nvSpPr>
        <p:spPr>
          <a:xfrm>
            <a:off x="38404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8" name="Shape 206"/>
          <p:cNvSpPr/>
          <p:nvPr/>
        </p:nvSpPr>
        <p:spPr>
          <a:xfrm>
            <a:off x="38404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9" name="Shape 207"/>
          <p:cNvSpPr/>
          <p:nvPr/>
        </p:nvSpPr>
        <p:spPr>
          <a:xfrm>
            <a:off x="38404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0" name="Shape 208"/>
          <p:cNvSpPr/>
          <p:nvPr/>
        </p:nvSpPr>
        <p:spPr>
          <a:xfrm>
            <a:off x="38404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1" name="Shape 209"/>
          <p:cNvSpPr/>
          <p:nvPr/>
        </p:nvSpPr>
        <p:spPr>
          <a:xfrm>
            <a:off x="38404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2" name="Shape 210"/>
          <p:cNvSpPr/>
          <p:nvPr/>
        </p:nvSpPr>
        <p:spPr>
          <a:xfrm>
            <a:off x="38404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3" name="Shape 211"/>
          <p:cNvSpPr/>
          <p:nvPr/>
        </p:nvSpPr>
        <p:spPr>
          <a:xfrm>
            <a:off x="38404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4" name="Shape 212"/>
          <p:cNvSpPr/>
          <p:nvPr/>
        </p:nvSpPr>
        <p:spPr>
          <a:xfrm>
            <a:off x="38404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5" name="Shape 213"/>
          <p:cNvSpPr/>
          <p:nvPr/>
        </p:nvSpPr>
        <p:spPr>
          <a:xfrm>
            <a:off x="38404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6" name="Shape 214"/>
          <p:cNvSpPr/>
          <p:nvPr/>
        </p:nvSpPr>
        <p:spPr>
          <a:xfrm>
            <a:off x="38404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7" name="Shape 215"/>
          <p:cNvSpPr/>
          <p:nvPr/>
        </p:nvSpPr>
        <p:spPr>
          <a:xfrm>
            <a:off x="38404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8" name="Shape 216"/>
          <p:cNvSpPr/>
          <p:nvPr/>
        </p:nvSpPr>
        <p:spPr>
          <a:xfrm>
            <a:off x="38404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9" name="Shape 217"/>
          <p:cNvSpPr/>
          <p:nvPr/>
        </p:nvSpPr>
        <p:spPr>
          <a:xfrm>
            <a:off x="38404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0" name="Shape 218"/>
          <p:cNvSpPr/>
          <p:nvPr/>
        </p:nvSpPr>
        <p:spPr>
          <a:xfrm>
            <a:off x="38404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1" name="Shape 219"/>
          <p:cNvSpPr/>
          <p:nvPr/>
        </p:nvSpPr>
        <p:spPr>
          <a:xfrm>
            <a:off x="38404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2" name="Shape 220"/>
          <p:cNvSpPr/>
          <p:nvPr/>
        </p:nvSpPr>
        <p:spPr>
          <a:xfrm>
            <a:off x="38404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3" name="Shape 221"/>
          <p:cNvSpPr/>
          <p:nvPr/>
        </p:nvSpPr>
        <p:spPr>
          <a:xfrm>
            <a:off x="41605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4" name="Shape 222"/>
          <p:cNvSpPr/>
          <p:nvPr/>
        </p:nvSpPr>
        <p:spPr>
          <a:xfrm>
            <a:off x="41605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5" name="Shape 223"/>
          <p:cNvSpPr/>
          <p:nvPr/>
        </p:nvSpPr>
        <p:spPr>
          <a:xfrm>
            <a:off x="41605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6" name="Shape 224"/>
          <p:cNvSpPr/>
          <p:nvPr/>
        </p:nvSpPr>
        <p:spPr>
          <a:xfrm>
            <a:off x="41605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7" name="Shape 225"/>
          <p:cNvSpPr/>
          <p:nvPr/>
        </p:nvSpPr>
        <p:spPr>
          <a:xfrm>
            <a:off x="41605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8" name="Shape 226"/>
          <p:cNvSpPr/>
          <p:nvPr/>
        </p:nvSpPr>
        <p:spPr>
          <a:xfrm>
            <a:off x="41605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9" name="Shape 227"/>
          <p:cNvSpPr/>
          <p:nvPr/>
        </p:nvSpPr>
        <p:spPr>
          <a:xfrm>
            <a:off x="41605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0" name="Shape 228"/>
          <p:cNvSpPr/>
          <p:nvPr/>
        </p:nvSpPr>
        <p:spPr>
          <a:xfrm>
            <a:off x="41605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1" name="Shape 229"/>
          <p:cNvSpPr/>
          <p:nvPr/>
        </p:nvSpPr>
        <p:spPr>
          <a:xfrm>
            <a:off x="41605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2" name="Shape 230"/>
          <p:cNvSpPr/>
          <p:nvPr/>
        </p:nvSpPr>
        <p:spPr>
          <a:xfrm>
            <a:off x="41605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3" name="Shape 231"/>
          <p:cNvSpPr/>
          <p:nvPr/>
        </p:nvSpPr>
        <p:spPr>
          <a:xfrm>
            <a:off x="41605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4" name="Shape 232"/>
          <p:cNvSpPr/>
          <p:nvPr/>
        </p:nvSpPr>
        <p:spPr>
          <a:xfrm>
            <a:off x="41605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5" name="Shape 233"/>
          <p:cNvSpPr/>
          <p:nvPr/>
        </p:nvSpPr>
        <p:spPr>
          <a:xfrm>
            <a:off x="41605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6" name="Shape 234"/>
          <p:cNvSpPr/>
          <p:nvPr/>
        </p:nvSpPr>
        <p:spPr>
          <a:xfrm>
            <a:off x="41605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7" name="Shape 235"/>
          <p:cNvSpPr/>
          <p:nvPr/>
        </p:nvSpPr>
        <p:spPr>
          <a:xfrm>
            <a:off x="41605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8" name="Shape 236"/>
          <p:cNvSpPr/>
          <p:nvPr/>
        </p:nvSpPr>
        <p:spPr>
          <a:xfrm>
            <a:off x="41605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9" name="Shape 237"/>
          <p:cNvSpPr/>
          <p:nvPr/>
        </p:nvSpPr>
        <p:spPr>
          <a:xfrm>
            <a:off x="41605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0" name="Shape 238"/>
          <p:cNvSpPr/>
          <p:nvPr/>
        </p:nvSpPr>
        <p:spPr>
          <a:xfrm>
            <a:off x="44805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1" name="Shape 239"/>
          <p:cNvSpPr/>
          <p:nvPr/>
        </p:nvSpPr>
        <p:spPr>
          <a:xfrm>
            <a:off x="44805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2" name="Shape 240"/>
          <p:cNvSpPr/>
          <p:nvPr/>
        </p:nvSpPr>
        <p:spPr>
          <a:xfrm>
            <a:off x="44805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3" name="Shape 241"/>
          <p:cNvSpPr/>
          <p:nvPr/>
        </p:nvSpPr>
        <p:spPr>
          <a:xfrm>
            <a:off x="44805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4" name="Shape 242"/>
          <p:cNvSpPr/>
          <p:nvPr/>
        </p:nvSpPr>
        <p:spPr>
          <a:xfrm>
            <a:off x="44805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5" name="Shape 243"/>
          <p:cNvSpPr/>
          <p:nvPr/>
        </p:nvSpPr>
        <p:spPr>
          <a:xfrm>
            <a:off x="44805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6" name="Shape 244"/>
          <p:cNvSpPr/>
          <p:nvPr/>
        </p:nvSpPr>
        <p:spPr>
          <a:xfrm>
            <a:off x="44805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7" name="Shape 245"/>
          <p:cNvSpPr/>
          <p:nvPr/>
        </p:nvSpPr>
        <p:spPr>
          <a:xfrm>
            <a:off x="44805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8" name="Shape 246"/>
          <p:cNvSpPr/>
          <p:nvPr/>
        </p:nvSpPr>
        <p:spPr>
          <a:xfrm>
            <a:off x="44805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9" name="Shape 247"/>
          <p:cNvSpPr/>
          <p:nvPr/>
        </p:nvSpPr>
        <p:spPr>
          <a:xfrm>
            <a:off x="44805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0" name="Shape 248"/>
          <p:cNvSpPr/>
          <p:nvPr/>
        </p:nvSpPr>
        <p:spPr>
          <a:xfrm>
            <a:off x="44805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1" name="Shape 249"/>
          <p:cNvSpPr/>
          <p:nvPr/>
        </p:nvSpPr>
        <p:spPr>
          <a:xfrm>
            <a:off x="44805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2" name="Shape 250"/>
          <p:cNvSpPr/>
          <p:nvPr/>
        </p:nvSpPr>
        <p:spPr>
          <a:xfrm>
            <a:off x="44805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3" name="Shape 251"/>
          <p:cNvSpPr/>
          <p:nvPr/>
        </p:nvSpPr>
        <p:spPr>
          <a:xfrm>
            <a:off x="44805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4" name="Shape 252"/>
          <p:cNvSpPr/>
          <p:nvPr/>
        </p:nvSpPr>
        <p:spPr>
          <a:xfrm>
            <a:off x="44805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5" name="Shape 253"/>
          <p:cNvSpPr/>
          <p:nvPr/>
        </p:nvSpPr>
        <p:spPr>
          <a:xfrm>
            <a:off x="44805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6" name="Shape 254"/>
          <p:cNvSpPr/>
          <p:nvPr/>
        </p:nvSpPr>
        <p:spPr>
          <a:xfrm>
            <a:off x="44805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7" name="Shape 255"/>
          <p:cNvSpPr/>
          <p:nvPr/>
        </p:nvSpPr>
        <p:spPr>
          <a:xfrm>
            <a:off x="48006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8" name="Shape 256"/>
          <p:cNvSpPr/>
          <p:nvPr/>
        </p:nvSpPr>
        <p:spPr>
          <a:xfrm>
            <a:off x="48006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9" name="Shape 257"/>
          <p:cNvSpPr/>
          <p:nvPr/>
        </p:nvSpPr>
        <p:spPr>
          <a:xfrm>
            <a:off x="48006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0" name="Shape 258"/>
          <p:cNvSpPr/>
          <p:nvPr/>
        </p:nvSpPr>
        <p:spPr>
          <a:xfrm>
            <a:off x="48006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1" name="Shape 259"/>
          <p:cNvSpPr/>
          <p:nvPr/>
        </p:nvSpPr>
        <p:spPr>
          <a:xfrm>
            <a:off x="48006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2" name="Shape 260"/>
          <p:cNvSpPr/>
          <p:nvPr/>
        </p:nvSpPr>
        <p:spPr>
          <a:xfrm>
            <a:off x="48006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3" name="Shape 261"/>
          <p:cNvSpPr/>
          <p:nvPr/>
        </p:nvSpPr>
        <p:spPr>
          <a:xfrm>
            <a:off x="48006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4" name="Shape 262"/>
          <p:cNvSpPr/>
          <p:nvPr/>
        </p:nvSpPr>
        <p:spPr>
          <a:xfrm>
            <a:off x="48006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5" name="Shape 263"/>
          <p:cNvSpPr/>
          <p:nvPr/>
        </p:nvSpPr>
        <p:spPr>
          <a:xfrm>
            <a:off x="48006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6" name="Shape 264"/>
          <p:cNvSpPr/>
          <p:nvPr/>
        </p:nvSpPr>
        <p:spPr>
          <a:xfrm>
            <a:off x="48006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7" name="Shape 265"/>
          <p:cNvSpPr/>
          <p:nvPr/>
        </p:nvSpPr>
        <p:spPr>
          <a:xfrm>
            <a:off x="48006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8" name="Shape 266"/>
          <p:cNvSpPr/>
          <p:nvPr/>
        </p:nvSpPr>
        <p:spPr>
          <a:xfrm>
            <a:off x="48006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9" name="Shape 267"/>
          <p:cNvSpPr/>
          <p:nvPr/>
        </p:nvSpPr>
        <p:spPr>
          <a:xfrm>
            <a:off x="48006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0" name="Shape 268"/>
          <p:cNvSpPr/>
          <p:nvPr/>
        </p:nvSpPr>
        <p:spPr>
          <a:xfrm>
            <a:off x="48006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1" name="Shape 269"/>
          <p:cNvSpPr/>
          <p:nvPr/>
        </p:nvSpPr>
        <p:spPr>
          <a:xfrm>
            <a:off x="48006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2" name="Shape 270"/>
          <p:cNvSpPr/>
          <p:nvPr/>
        </p:nvSpPr>
        <p:spPr>
          <a:xfrm>
            <a:off x="48006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3" name="Shape 271"/>
          <p:cNvSpPr/>
          <p:nvPr/>
        </p:nvSpPr>
        <p:spPr>
          <a:xfrm>
            <a:off x="48006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4" name="Shape 272"/>
          <p:cNvSpPr/>
          <p:nvPr/>
        </p:nvSpPr>
        <p:spPr>
          <a:xfrm>
            <a:off x="51206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5" name="Shape 273"/>
          <p:cNvSpPr/>
          <p:nvPr/>
        </p:nvSpPr>
        <p:spPr>
          <a:xfrm>
            <a:off x="51206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6" name="Shape 274"/>
          <p:cNvSpPr/>
          <p:nvPr/>
        </p:nvSpPr>
        <p:spPr>
          <a:xfrm>
            <a:off x="51206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7" name="Shape 275"/>
          <p:cNvSpPr/>
          <p:nvPr/>
        </p:nvSpPr>
        <p:spPr>
          <a:xfrm>
            <a:off x="51206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8" name="Shape 276"/>
          <p:cNvSpPr/>
          <p:nvPr/>
        </p:nvSpPr>
        <p:spPr>
          <a:xfrm>
            <a:off x="51206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9" name="Shape 277"/>
          <p:cNvSpPr/>
          <p:nvPr/>
        </p:nvSpPr>
        <p:spPr>
          <a:xfrm>
            <a:off x="51206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0" name="Shape 278"/>
          <p:cNvSpPr/>
          <p:nvPr/>
        </p:nvSpPr>
        <p:spPr>
          <a:xfrm>
            <a:off x="51206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1" name="Shape 279"/>
          <p:cNvSpPr/>
          <p:nvPr/>
        </p:nvSpPr>
        <p:spPr>
          <a:xfrm>
            <a:off x="51206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2" name="Shape 280"/>
          <p:cNvSpPr/>
          <p:nvPr/>
        </p:nvSpPr>
        <p:spPr>
          <a:xfrm>
            <a:off x="51206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3" name="Shape 281"/>
          <p:cNvSpPr/>
          <p:nvPr/>
        </p:nvSpPr>
        <p:spPr>
          <a:xfrm>
            <a:off x="51206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4" name="Shape 282"/>
          <p:cNvSpPr/>
          <p:nvPr/>
        </p:nvSpPr>
        <p:spPr>
          <a:xfrm>
            <a:off x="51206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5" name="Shape 283"/>
          <p:cNvSpPr/>
          <p:nvPr/>
        </p:nvSpPr>
        <p:spPr>
          <a:xfrm>
            <a:off x="51206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6" name="Shape 284"/>
          <p:cNvSpPr/>
          <p:nvPr/>
        </p:nvSpPr>
        <p:spPr>
          <a:xfrm>
            <a:off x="51206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7" name="Shape 285"/>
          <p:cNvSpPr/>
          <p:nvPr/>
        </p:nvSpPr>
        <p:spPr>
          <a:xfrm>
            <a:off x="51206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8" name="Shape 286"/>
          <p:cNvSpPr/>
          <p:nvPr/>
        </p:nvSpPr>
        <p:spPr>
          <a:xfrm>
            <a:off x="51206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9" name="Shape 287"/>
          <p:cNvSpPr/>
          <p:nvPr/>
        </p:nvSpPr>
        <p:spPr>
          <a:xfrm>
            <a:off x="51206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0" name="Shape 288"/>
          <p:cNvSpPr/>
          <p:nvPr/>
        </p:nvSpPr>
        <p:spPr>
          <a:xfrm>
            <a:off x="51206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1" name="Shape 289"/>
          <p:cNvSpPr/>
          <p:nvPr/>
        </p:nvSpPr>
        <p:spPr>
          <a:xfrm>
            <a:off x="54406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2" name="Shape 290"/>
          <p:cNvSpPr/>
          <p:nvPr/>
        </p:nvSpPr>
        <p:spPr>
          <a:xfrm>
            <a:off x="54406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3" name="Shape 291"/>
          <p:cNvSpPr/>
          <p:nvPr/>
        </p:nvSpPr>
        <p:spPr>
          <a:xfrm>
            <a:off x="54406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4" name="Shape 292"/>
          <p:cNvSpPr/>
          <p:nvPr/>
        </p:nvSpPr>
        <p:spPr>
          <a:xfrm>
            <a:off x="54406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5" name="Shape 293"/>
          <p:cNvSpPr/>
          <p:nvPr/>
        </p:nvSpPr>
        <p:spPr>
          <a:xfrm>
            <a:off x="54406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6" name="Shape 294"/>
          <p:cNvSpPr/>
          <p:nvPr/>
        </p:nvSpPr>
        <p:spPr>
          <a:xfrm>
            <a:off x="54406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7" name="Shape 295"/>
          <p:cNvSpPr/>
          <p:nvPr/>
        </p:nvSpPr>
        <p:spPr>
          <a:xfrm>
            <a:off x="54406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8" name="Shape 296"/>
          <p:cNvSpPr/>
          <p:nvPr/>
        </p:nvSpPr>
        <p:spPr>
          <a:xfrm>
            <a:off x="54406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9" name="Shape 297"/>
          <p:cNvSpPr/>
          <p:nvPr/>
        </p:nvSpPr>
        <p:spPr>
          <a:xfrm>
            <a:off x="54406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0" name="Shape 298"/>
          <p:cNvSpPr/>
          <p:nvPr/>
        </p:nvSpPr>
        <p:spPr>
          <a:xfrm>
            <a:off x="54406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1" name="Shape 299"/>
          <p:cNvSpPr/>
          <p:nvPr/>
        </p:nvSpPr>
        <p:spPr>
          <a:xfrm>
            <a:off x="54406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2" name="Shape 300"/>
          <p:cNvSpPr/>
          <p:nvPr/>
        </p:nvSpPr>
        <p:spPr>
          <a:xfrm>
            <a:off x="54406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3" name="Shape 301"/>
          <p:cNvSpPr/>
          <p:nvPr/>
        </p:nvSpPr>
        <p:spPr>
          <a:xfrm>
            <a:off x="54406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4" name="Shape 302"/>
          <p:cNvSpPr/>
          <p:nvPr/>
        </p:nvSpPr>
        <p:spPr>
          <a:xfrm>
            <a:off x="54406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5" name="Shape 303"/>
          <p:cNvSpPr/>
          <p:nvPr/>
        </p:nvSpPr>
        <p:spPr>
          <a:xfrm>
            <a:off x="54406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6" name="Shape 304"/>
          <p:cNvSpPr/>
          <p:nvPr/>
        </p:nvSpPr>
        <p:spPr>
          <a:xfrm>
            <a:off x="54406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7" name="Shape 305"/>
          <p:cNvSpPr/>
          <p:nvPr/>
        </p:nvSpPr>
        <p:spPr>
          <a:xfrm>
            <a:off x="54406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8" name="Shape 306"/>
          <p:cNvSpPr/>
          <p:nvPr/>
        </p:nvSpPr>
        <p:spPr>
          <a:xfrm>
            <a:off x="57607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9" name="Shape 307"/>
          <p:cNvSpPr/>
          <p:nvPr/>
        </p:nvSpPr>
        <p:spPr>
          <a:xfrm>
            <a:off x="57607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0" name="Shape 308"/>
          <p:cNvSpPr/>
          <p:nvPr/>
        </p:nvSpPr>
        <p:spPr>
          <a:xfrm>
            <a:off x="57607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1" name="Shape 309"/>
          <p:cNvSpPr/>
          <p:nvPr/>
        </p:nvSpPr>
        <p:spPr>
          <a:xfrm>
            <a:off x="57607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2" name="Shape 310"/>
          <p:cNvSpPr/>
          <p:nvPr/>
        </p:nvSpPr>
        <p:spPr>
          <a:xfrm>
            <a:off x="57607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3" name="Shape 311"/>
          <p:cNvSpPr/>
          <p:nvPr/>
        </p:nvSpPr>
        <p:spPr>
          <a:xfrm>
            <a:off x="57607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4" name="Shape 312"/>
          <p:cNvSpPr/>
          <p:nvPr/>
        </p:nvSpPr>
        <p:spPr>
          <a:xfrm>
            <a:off x="57607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5" name="Shape 313"/>
          <p:cNvSpPr/>
          <p:nvPr/>
        </p:nvSpPr>
        <p:spPr>
          <a:xfrm>
            <a:off x="57607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6" name="Shape 314"/>
          <p:cNvSpPr/>
          <p:nvPr/>
        </p:nvSpPr>
        <p:spPr>
          <a:xfrm>
            <a:off x="57607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7" name="Shape 315"/>
          <p:cNvSpPr/>
          <p:nvPr/>
        </p:nvSpPr>
        <p:spPr>
          <a:xfrm>
            <a:off x="57607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8" name="Shape 316"/>
          <p:cNvSpPr/>
          <p:nvPr/>
        </p:nvSpPr>
        <p:spPr>
          <a:xfrm>
            <a:off x="57607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9" name="Shape 317"/>
          <p:cNvSpPr/>
          <p:nvPr/>
        </p:nvSpPr>
        <p:spPr>
          <a:xfrm>
            <a:off x="57607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0" name="Shape 318"/>
          <p:cNvSpPr/>
          <p:nvPr/>
        </p:nvSpPr>
        <p:spPr>
          <a:xfrm>
            <a:off x="57607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1" name="Shape 319"/>
          <p:cNvSpPr/>
          <p:nvPr/>
        </p:nvSpPr>
        <p:spPr>
          <a:xfrm>
            <a:off x="57607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2" name="Shape 320"/>
          <p:cNvSpPr/>
          <p:nvPr/>
        </p:nvSpPr>
        <p:spPr>
          <a:xfrm>
            <a:off x="57607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3" name="Shape 321"/>
          <p:cNvSpPr/>
          <p:nvPr/>
        </p:nvSpPr>
        <p:spPr>
          <a:xfrm>
            <a:off x="57607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4" name="Shape 322"/>
          <p:cNvSpPr/>
          <p:nvPr/>
        </p:nvSpPr>
        <p:spPr>
          <a:xfrm>
            <a:off x="57607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5" name="Shape 323"/>
          <p:cNvSpPr/>
          <p:nvPr/>
        </p:nvSpPr>
        <p:spPr>
          <a:xfrm>
            <a:off x="60807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6" name="Shape 324"/>
          <p:cNvSpPr/>
          <p:nvPr/>
        </p:nvSpPr>
        <p:spPr>
          <a:xfrm>
            <a:off x="60807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7" name="Shape 325"/>
          <p:cNvSpPr/>
          <p:nvPr/>
        </p:nvSpPr>
        <p:spPr>
          <a:xfrm>
            <a:off x="60807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8" name="Shape 326"/>
          <p:cNvSpPr/>
          <p:nvPr/>
        </p:nvSpPr>
        <p:spPr>
          <a:xfrm>
            <a:off x="60807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9" name="Shape 327"/>
          <p:cNvSpPr/>
          <p:nvPr/>
        </p:nvSpPr>
        <p:spPr>
          <a:xfrm>
            <a:off x="60807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0" name="Shape 328"/>
          <p:cNvSpPr/>
          <p:nvPr/>
        </p:nvSpPr>
        <p:spPr>
          <a:xfrm>
            <a:off x="60807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1" name="Shape 329"/>
          <p:cNvSpPr/>
          <p:nvPr/>
        </p:nvSpPr>
        <p:spPr>
          <a:xfrm>
            <a:off x="60807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2" name="Shape 330"/>
          <p:cNvSpPr/>
          <p:nvPr/>
        </p:nvSpPr>
        <p:spPr>
          <a:xfrm>
            <a:off x="60807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3" name="Shape 331"/>
          <p:cNvSpPr/>
          <p:nvPr/>
        </p:nvSpPr>
        <p:spPr>
          <a:xfrm>
            <a:off x="60807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4" name="Shape 332"/>
          <p:cNvSpPr/>
          <p:nvPr/>
        </p:nvSpPr>
        <p:spPr>
          <a:xfrm>
            <a:off x="60807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5" name="Shape 333"/>
          <p:cNvSpPr/>
          <p:nvPr/>
        </p:nvSpPr>
        <p:spPr>
          <a:xfrm>
            <a:off x="60807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6" name="Shape 334"/>
          <p:cNvSpPr/>
          <p:nvPr/>
        </p:nvSpPr>
        <p:spPr>
          <a:xfrm>
            <a:off x="60807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7" name="Shape 335"/>
          <p:cNvSpPr/>
          <p:nvPr/>
        </p:nvSpPr>
        <p:spPr>
          <a:xfrm>
            <a:off x="60807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8" name="Shape 336"/>
          <p:cNvSpPr/>
          <p:nvPr/>
        </p:nvSpPr>
        <p:spPr>
          <a:xfrm>
            <a:off x="60807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9" name="Shape 337"/>
          <p:cNvSpPr/>
          <p:nvPr/>
        </p:nvSpPr>
        <p:spPr>
          <a:xfrm>
            <a:off x="60807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0" name="Shape 338"/>
          <p:cNvSpPr/>
          <p:nvPr/>
        </p:nvSpPr>
        <p:spPr>
          <a:xfrm>
            <a:off x="60807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1" name="Shape 339"/>
          <p:cNvSpPr/>
          <p:nvPr/>
        </p:nvSpPr>
        <p:spPr>
          <a:xfrm>
            <a:off x="60807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2" name="Shape 340"/>
          <p:cNvSpPr/>
          <p:nvPr/>
        </p:nvSpPr>
        <p:spPr>
          <a:xfrm>
            <a:off x="64008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3" name="Shape 341"/>
          <p:cNvSpPr/>
          <p:nvPr/>
        </p:nvSpPr>
        <p:spPr>
          <a:xfrm>
            <a:off x="64008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4" name="Shape 342"/>
          <p:cNvSpPr/>
          <p:nvPr/>
        </p:nvSpPr>
        <p:spPr>
          <a:xfrm>
            <a:off x="64008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5" name="Shape 343"/>
          <p:cNvSpPr/>
          <p:nvPr/>
        </p:nvSpPr>
        <p:spPr>
          <a:xfrm>
            <a:off x="64008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6" name="Shape 344"/>
          <p:cNvSpPr/>
          <p:nvPr/>
        </p:nvSpPr>
        <p:spPr>
          <a:xfrm>
            <a:off x="64008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7" name="Shape 345"/>
          <p:cNvSpPr/>
          <p:nvPr/>
        </p:nvSpPr>
        <p:spPr>
          <a:xfrm>
            <a:off x="64008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8" name="Shape 346"/>
          <p:cNvSpPr/>
          <p:nvPr/>
        </p:nvSpPr>
        <p:spPr>
          <a:xfrm>
            <a:off x="64008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9" name="Shape 347"/>
          <p:cNvSpPr/>
          <p:nvPr/>
        </p:nvSpPr>
        <p:spPr>
          <a:xfrm>
            <a:off x="64008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0" name="Shape 348"/>
          <p:cNvSpPr/>
          <p:nvPr/>
        </p:nvSpPr>
        <p:spPr>
          <a:xfrm>
            <a:off x="64008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1" name="Shape 349"/>
          <p:cNvSpPr/>
          <p:nvPr/>
        </p:nvSpPr>
        <p:spPr>
          <a:xfrm>
            <a:off x="64008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2" name="Shape 350"/>
          <p:cNvSpPr/>
          <p:nvPr/>
        </p:nvSpPr>
        <p:spPr>
          <a:xfrm>
            <a:off x="64008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3" name="Shape 351"/>
          <p:cNvSpPr/>
          <p:nvPr/>
        </p:nvSpPr>
        <p:spPr>
          <a:xfrm>
            <a:off x="64008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4" name="Shape 352"/>
          <p:cNvSpPr/>
          <p:nvPr/>
        </p:nvSpPr>
        <p:spPr>
          <a:xfrm>
            <a:off x="64008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5" name="Shape 353"/>
          <p:cNvSpPr/>
          <p:nvPr/>
        </p:nvSpPr>
        <p:spPr>
          <a:xfrm>
            <a:off x="64008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6" name="Shape 354"/>
          <p:cNvSpPr/>
          <p:nvPr/>
        </p:nvSpPr>
        <p:spPr>
          <a:xfrm>
            <a:off x="64008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7" name="Shape 355"/>
          <p:cNvSpPr/>
          <p:nvPr/>
        </p:nvSpPr>
        <p:spPr>
          <a:xfrm>
            <a:off x="64008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8" name="Shape 356"/>
          <p:cNvSpPr/>
          <p:nvPr/>
        </p:nvSpPr>
        <p:spPr>
          <a:xfrm>
            <a:off x="64008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9" name="Shape 357"/>
          <p:cNvSpPr/>
          <p:nvPr/>
        </p:nvSpPr>
        <p:spPr>
          <a:xfrm>
            <a:off x="67208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0" name="Shape 358"/>
          <p:cNvSpPr/>
          <p:nvPr/>
        </p:nvSpPr>
        <p:spPr>
          <a:xfrm>
            <a:off x="67208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1" name="Shape 359"/>
          <p:cNvSpPr/>
          <p:nvPr/>
        </p:nvSpPr>
        <p:spPr>
          <a:xfrm>
            <a:off x="67208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2" name="Shape 360"/>
          <p:cNvSpPr/>
          <p:nvPr/>
        </p:nvSpPr>
        <p:spPr>
          <a:xfrm>
            <a:off x="67208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3" name="Shape 361"/>
          <p:cNvSpPr/>
          <p:nvPr/>
        </p:nvSpPr>
        <p:spPr>
          <a:xfrm>
            <a:off x="67208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4" name="Shape 362"/>
          <p:cNvSpPr/>
          <p:nvPr/>
        </p:nvSpPr>
        <p:spPr>
          <a:xfrm>
            <a:off x="67208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5" name="Shape 363"/>
          <p:cNvSpPr/>
          <p:nvPr/>
        </p:nvSpPr>
        <p:spPr>
          <a:xfrm>
            <a:off x="67208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6" name="Shape 364"/>
          <p:cNvSpPr/>
          <p:nvPr/>
        </p:nvSpPr>
        <p:spPr>
          <a:xfrm>
            <a:off x="67208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7" name="Shape 365"/>
          <p:cNvSpPr/>
          <p:nvPr/>
        </p:nvSpPr>
        <p:spPr>
          <a:xfrm>
            <a:off x="67208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8" name="Shape 366"/>
          <p:cNvSpPr/>
          <p:nvPr/>
        </p:nvSpPr>
        <p:spPr>
          <a:xfrm>
            <a:off x="67208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9" name="Shape 367"/>
          <p:cNvSpPr/>
          <p:nvPr/>
        </p:nvSpPr>
        <p:spPr>
          <a:xfrm>
            <a:off x="67208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0" name="Shape 368"/>
          <p:cNvSpPr/>
          <p:nvPr/>
        </p:nvSpPr>
        <p:spPr>
          <a:xfrm>
            <a:off x="67208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1" name="Shape 369"/>
          <p:cNvSpPr/>
          <p:nvPr/>
        </p:nvSpPr>
        <p:spPr>
          <a:xfrm>
            <a:off x="67208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2" name="Shape 370"/>
          <p:cNvSpPr/>
          <p:nvPr/>
        </p:nvSpPr>
        <p:spPr>
          <a:xfrm>
            <a:off x="67208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3" name="Shape 371"/>
          <p:cNvSpPr/>
          <p:nvPr/>
        </p:nvSpPr>
        <p:spPr>
          <a:xfrm>
            <a:off x="67208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4" name="Shape 372"/>
          <p:cNvSpPr/>
          <p:nvPr/>
        </p:nvSpPr>
        <p:spPr>
          <a:xfrm>
            <a:off x="67208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5" name="Shape 373"/>
          <p:cNvSpPr/>
          <p:nvPr/>
        </p:nvSpPr>
        <p:spPr>
          <a:xfrm>
            <a:off x="67208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6" name="Shape 374"/>
          <p:cNvSpPr/>
          <p:nvPr/>
        </p:nvSpPr>
        <p:spPr>
          <a:xfrm>
            <a:off x="70408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7" name="Shape 375"/>
          <p:cNvSpPr/>
          <p:nvPr/>
        </p:nvSpPr>
        <p:spPr>
          <a:xfrm>
            <a:off x="70408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8" name="Shape 376"/>
          <p:cNvSpPr/>
          <p:nvPr/>
        </p:nvSpPr>
        <p:spPr>
          <a:xfrm>
            <a:off x="70408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9" name="Shape 377"/>
          <p:cNvSpPr/>
          <p:nvPr/>
        </p:nvSpPr>
        <p:spPr>
          <a:xfrm>
            <a:off x="70408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0" name="Shape 378"/>
          <p:cNvSpPr/>
          <p:nvPr/>
        </p:nvSpPr>
        <p:spPr>
          <a:xfrm>
            <a:off x="70408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1" name="Shape 379"/>
          <p:cNvSpPr/>
          <p:nvPr/>
        </p:nvSpPr>
        <p:spPr>
          <a:xfrm>
            <a:off x="70408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2" name="Shape 380"/>
          <p:cNvSpPr/>
          <p:nvPr/>
        </p:nvSpPr>
        <p:spPr>
          <a:xfrm>
            <a:off x="70408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3" name="Shape 381"/>
          <p:cNvSpPr/>
          <p:nvPr/>
        </p:nvSpPr>
        <p:spPr>
          <a:xfrm>
            <a:off x="70408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4" name="Shape 382"/>
          <p:cNvSpPr/>
          <p:nvPr/>
        </p:nvSpPr>
        <p:spPr>
          <a:xfrm>
            <a:off x="70408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5" name="Shape 383"/>
          <p:cNvSpPr/>
          <p:nvPr/>
        </p:nvSpPr>
        <p:spPr>
          <a:xfrm>
            <a:off x="70408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6" name="Shape 384"/>
          <p:cNvSpPr/>
          <p:nvPr/>
        </p:nvSpPr>
        <p:spPr>
          <a:xfrm>
            <a:off x="70408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7" name="Shape 385"/>
          <p:cNvSpPr/>
          <p:nvPr/>
        </p:nvSpPr>
        <p:spPr>
          <a:xfrm>
            <a:off x="70408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8" name="Shape 386"/>
          <p:cNvSpPr/>
          <p:nvPr/>
        </p:nvSpPr>
        <p:spPr>
          <a:xfrm>
            <a:off x="70408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9" name="Shape 387"/>
          <p:cNvSpPr/>
          <p:nvPr/>
        </p:nvSpPr>
        <p:spPr>
          <a:xfrm>
            <a:off x="70408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0" name="Shape 388"/>
          <p:cNvSpPr/>
          <p:nvPr/>
        </p:nvSpPr>
        <p:spPr>
          <a:xfrm>
            <a:off x="70408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1" name="Shape 389"/>
          <p:cNvSpPr/>
          <p:nvPr/>
        </p:nvSpPr>
        <p:spPr>
          <a:xfrm>
            <a:off x="70408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2" name="Shape 390"/>
          <p:cNvSpPr/>
          <p:nvPr/>
        </p:nvSpPr>
        <p:spPr>
          <a:xfrm>
            <a:off x="70408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3" name="Shape 391"/>
          <p:cNvSpPr/>
          <p:nvPr/>
        </p:nvSpPr>
        <p:spPr>
          <a:xfrm>
            <a:off x="73609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4" name="Shape 392"/>
          <p:cNvSpPr/>
          <p:nvPr/>
        </p:nvSpPr>
        <p:spPr>
          <a:xfrm>
            <a:off x="73609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5" name="Shape 393"/>
          <p:cNvSpPr/>
          <p:nvPr/>
        </p:nvSpPr>
        <p:spPr>
          <a:xfrm>
            <a:off x="73609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6" name="Shape 394"/>
          <p:cNvSpPr/>
          <p:nvPr/>
        </p:nvSpPr>
        <p:spPr>
          <a:xfrm>
            <a:off x="73609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7" name="Shape 395"/>
          <p:cNvSpPr/>
          <p:nvPr/>
        </p:nvSpPr>
        <p:spPr>
          <a:xfrm>
            <a:off x="73609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8" name="Shape 396"/>
          <p:cNvSpPr/>
          <p:nvPr/>
        </p:nvSpPr>
        <p:spPr>
          <a:xfrm>
            <a:off x="73609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9" name="Shape 397"/>
          <p:cNvSpPr/>
          <p:nvPr/>
        </p:nvSpPr>
        <p:spPr>
          <a:xfrm>
            <a:off x="73609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0" name="Shape 398"/>
          <p:cNvSpPr/>
          <p:nvPr/>
        </p:nvSpPr>
        <p:spPr>
          <a:xfrm>
            <a:off x="73609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1" name="Shape 399"/>
          <p:cNvSpPr/>
          <p:nvPr/>
        </p:nvSpPr>
        <p:spPr>
          <a:xfrm>
            <a:off x="73609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2" name="Shape 400"/>
          <p:cNvSpPr/>
          <p:nvPr/>
        </p:nvSpPr>
        <p:spPr>
          <a:xfrm>
            <a:off x="73609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3" name="Shape 401"/>
          <p:cNvSpPr/>
          <p:nvPr/>
        </p:nvSpPr>
        <p:spPr>
          <a:xfrm>
            <a:off x="73609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4" name="Shape 402"/>
          <p:cNvSpPr/>
          <p:nvPr/>
        </p:nvSpPr>
        <p:spPr>
          <a:xfrm>
            <a:off x="73609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5" name="Shape 403"/>
          <p:cNvSpPr/>
          <p:nvPr/>
        </p:nvSpPr>
        <p:spPr>
          <a:xfrm>
            <a:off x="73609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6" name="Shape 404"/>
          <p:cNvSpPr/>
          <p:nvPr/>
        </p:nvSpPr>
        <p:spPr>
          <a:xfrm>
            <a:off x="73609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7" name="Shape 405"/>
          <p:cNvSpPr/>
          <p:nvPr/>
        </p:nvSpPr>
        <p:spPr>
          <a:xfrm>
            <a:off x="73609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8" name="Shape 406"/>
          <p:cNvSpPr/>
          <p:nvPr/>
        </p:nvSpPr>
        <p:spPr>
          <a:xfrm>
            <a:off x="73609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9" name="Shape 407"/>
          <p:cNvSpPr/>
          <p:nvPr/>
        </p:nvSpPr>
        <p:spPr>
          <a:xfrm>
            <a:off x="73609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0" name="Shape 408"/>
          <p:cNvSpPr/>
          <p:nvPr/>
        </p:nvSpPr>
        <p:spPr>
          <a:xfrm>
            <a:off x="76809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1" name="Shape 409"/>
          <p:cNvSpPr/>
          <p:nvPr/>
        </p:nvSpPr>
        <p:spPr>
          <a:xfrm>
            <a:off x="76809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2" name="Shape 410"/>
          <p:cNvSpPr/>
          <p:nvPr/>
        </p:nvSpPr>
        <p:spPr>
          <a:xfrm>
            <a:off x="76809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3" name="Shape 411"/>
          <p:cNvSpPr/>
          <p:nvPr/>
        </p:nvSpPr>
        <p:spPr>
          <a:xfrm>
            <a:off x="76809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4" name="Shape 412"/>
          <p:cNvSpPr/>
          <p:nvPr/>
        </p:nvSpPr>
        <p:spPr>
          <a:xfrm>
            <a:off x="76809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5" name="Shape 413"/>
          <p:cNvSpPr/>
          <p:nvPr/>
        </p:nvSpPr>
        <p:spPr>
          <a:xfrm>
            <a:off x="76809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6" name="Shape 414"/>
          <p:cNvSpPr/>
          <p:nvPr/>
        </p:nvSpPr>
        <p:spPr>
          <a:xfrm>
            <a:off x="76809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7" name="Shape 415"/>
          <p:cNvSpPr/>
          <p:nvPr/>
        </p:nvSpPr>
        <p:spPr>
          <a:xfrm>
            <a:off x="76809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8" name="Shape 416"/>
          <p:cNvSpPr/>
          <p:nvPr/>
        </p:nvSpPr>
        <p:spPr>
          <a:xfrm>
            <a:off x="76809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9" name="Shape 417"/>
          <p:cNvSpPr/>
          <p:nvPr/>
        </p:nvSpPr>
        <p:spPr>
          <a:xfrm>
            <a:off x="76809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0" name="Shape 418"/>
          <p:cNvSpPr/>
          <p:nvPr/>
        </p:nvSpPr>
        <p:spPr>
          <a:xfrm>
            <a:off x="76809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1" name="Shape 419"/>
          <p:cNvSpPr/>
          <p:nvPr/>
        </p:nvSpPr>
        <p:spPr>
          <a:xfrm>
            <a:off x="76809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2" name="Shape 420"/>
          <p:cNvSpPr/>
          <p:nvPr/>
        </p:nvSpPr>
        <p:spPr>
          <a:xfrm>
            <a:off x="76809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3" name="Shape 421"/>
          <p:cNvSpPr/>
          <p:nvPr/>
        </p:nvSpPr>
        <p:spPr>
          <a:xfrm>
            <a:off x="76809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4" name="Shape 422"/>
          <p:cNvSpPr/>
          <p:nvPr/>
        </p:nvSpPr>
        <p:spPr>
          <a:xfrm>
            <a:off x="76809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5" name="Shape 423"/>
          <p:cNvSpPr/>
          <p:nvPr/>
        </p:nvSpPr>
        <p:spPr>
          <a:xfrm>
            <a:off x="76809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6" name="Shape 424"/>
          <p:cNvSpPr/>
          <p:nvPr/>
        </p:nvSpPr>
        <p:spPr>
          <a:xfrm>
            <a:off x="76809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7" name="Shape 425"/>
          <p:cNvSpPr/>
          <p:nvPr/>
        </p:nvSpPr>
        <p:spPr>
          <a:xfrm>
            <a:off x="80010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8" name="Shape 426"/>
          <p:cNvSpPr/>
          <p:nvPr/>
        </p:nvSpPr>
        <p:spPr>
          <a:xfrm>
            <a:off x="80010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9" name="Shape 427"/>
          <p:cNvSpPr/>
          <p:nvPr/>
        </p:nvSpPr>
        <p:spPr>
          <a:xfrm>
            <a:off x="80010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0" name="Shape 428"/>
          <p:cNvSpPr/>
          <p:nvPr/>
        </p:nvSpPr>
        <p:spPr>
          <a:xfrm>
            <a:off x="80010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1" name="Shape 429"/>
          <p:cNvSpPr/>
          <p:nvPr/>
        </p:nvSpPr>
        <p:spPr>
          <a:xfrm>
            <a:off x="80010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2" name="Shape 430"/>
          <p:cNvSpPr/>
          <p:nvPr/>
        </p:nvSpPr>
        <p:spPr>
          <a:xfrm>
            <a:off x="80010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3" name="Shape 431"/>
          <p:cNvSpPr/>
          <p:nvPr/>
        </p:nvSpPr>
        <p:spPr>
          <a:xfrm>
            <a:off x="80010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4" name="Shape 432"/>
          <p:cNvSpPr/>
          <p:nvPr/>
        </p:nvSpPr>
        <p:spPr>
          <a:xfrm>
            <a:off x="80010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5" name="Shape 433"/>
          <p:cNvSpPr/>
          <p:nvPr/>
        </p:nvSpPr>
        <p:spPr>
          <a:xfrm>
            <a:off x="80010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6" name="Shape 434"/>
          <p:cNvSpPr/>
          <p:nvPr/>
        </p:nvSpPr>
        <p:spPr>
          <a:xfrm>
            <a:off x="80010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7" name="Shape 435"/>
          <p:cNvSpPr/>
          <p:nvPr/>
        </p:nvSpPr>
        <p:spPr>
          <a:xfrm>
            <a:off x="80010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8" name="Shape 436"/>
          <p:cNvSpPr/>
          <p:nvPr/>
        </p:nvSpPr>
        <p:spPr>
          <a:xfrm>
            <a:off x="80010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9" name="Shape 437"/>
          <p:cNvSpPr/>
          <p:nvPr/>
        </p:nvSpPr>
        <p:spPr>
          <a:xfrm>
            <a:off x="80010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0" name="Shape 438"/>
          <p:cNvSpPr/>
          <p:nvPr/>
        </p:nvSpPr>
        <p:spPr>
          <a:xfrm>
            <a:off x="80010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1" name="Shape 439"/>
          <p:cNvSpPr/>
          <p:nvPr/>
        </p:nvSpPr>
        <p:spPr>
          <a:xfrm>
            <a:off x="80010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2" name="Shape 440"/>
          <p:cNvSpPr/>
          <p:nvPr/>
        </p:nvSpPr>
        <p:spPr>
          <a:xfrm>
            <a:off x="80010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3" name="Shape 441"/>
          <p:cNvSpPr/>
          <p:nvPr/>
        </p:nvSpPr>
        <p:spPr>
          <a:xfrm>
            <a:off x="80010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4" name="Shape 442"/>
          <p:cNvSpPr/>
          <p:nvPr/>
        </p:nvSpPr>
        <p:spPr>
          <a:xfrm>
            <a:off x="83210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5" name="Shape 443"/>
          <p:cNvSpPr/>
          <p:nvPr/>
        </p:nvSpPr>
        <p:spPr>
          <a:xfrm>
            <a:off x="83210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6" name="Shape 444"/>
          <p:cNvSpPr/>
          <p:nvPr/>
        </p:nvSpPr>
        <p:spPr>
          <a:xfrm>
            <a:off x="83210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7" name="Shape 445"/>
          <p:cNvSpPr/>
          <p:nvPr/>
        </p:nvSpPr>
        <p:spPr>
          <a:xfrm>
            <a:off x="83210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8" name="Shape 446"/>
          <p:cNvSpPr/>
          <p:nvPr/>
        </p:nvSpPr>
        <p:spPr>
          <a:xfrm>
            <a:off x="83210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9" name="Shape 447"/>
          <p:cNvSpPr/>
          <p:nvPr/>
        </p:nvSpPr>
        <p:spPr>
          <a:xfrm>
            <a:off x="83210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0" name="Shape 448"/>
          <p:cNvSpPr/>
          <p:nvPr/>
        </p:nvSpPr>
        <p:spPr>
          <a:xfrm>
            <a:off x="83210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1" name="Shape 449"/>
          <p:cNvSpPr/>
          <p:nvPr/>
        </p:nvSpPr>
        <p:spPr>
          <a:xfrm>
            <a:off x="83210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2" name="Shape 450"/>
          <p:cNvSpPr/>
          <p:nvPr/>
        </p:nvSpPr>
        <p:spPr>
          <a:xfrm>
            <a:off x="83210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3" name="Shape 451"/>
          <p:cNvSpPr/>
          <p:nvPr/>
        </p:nvSpPr>
        <p:spPr>
          <a:xfrm>
            <a:off x="83210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4" name="Shape 452"/>
          <p:cNvSpPr/>
          <p:nvPr/>
        </p:nvSpPr>
        <p:spPr>
          <a:xfrm>
            <a:off x="83210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5" name="Shape 453"/>
          <p:cNvSpPr/>
          <p:nvPr/>
        </p:nvSpPr>
        <p:spPr>
          <a:xfrm>
            <a:off x="83210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6" name="Shape 454"/>
          <p:cNvSpPr/>
          <p:nvPr/>
        </p:nvSpPr>
        <p:spPr>
          <a:xfrm>
            <a:off x="83210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7" name="Shape 455"/>
          <p:cNvSpPr/>
          <p:nvPr/>
        </p:nvSpPr>
        <p:spPr>
          <a:xfrm>
            <a:off x="83210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8" name="Shape 456"/>
          <p:cNvSpPr/>
          <p:nvPr/>
        </p:nvSpPr>
        <p:spPr>
          <a:xfrm>
            <a:off x="83210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9" name="Shape 457"/>
          <p:cNvSpPr/>
          <p:nvPr/>
        </p:nvSpPr>
        <p:spPr>
          <a:xfrm>
            <a:off x="83210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0" name="Shape 458"/>
          <p:cNvSpPr/>
          <p:nvPr/>
        </p:nvSpPr>
        <p:spPr>
          <a:xfrm>
            <a:off x="83210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1" name="Shape 459"/>
          <p:cNvSpPr/>
          <p:nvPr/>
        </p:nvSpPr>
        <p:spPr>
          <a:xfrm>
            <a:off x="86410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2" name="Shape 460"/>
          <p:cNvSpPr/>
          <p:nvPr/>
        </p:nvSpPr>
        <p:spPr>
          <a:xfrm>
            <a:off x="86410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3" name="Shape 461"/>
          <p:cNvSpPr/>
          <p:nvPr/>
        </p:nvSpPr>
        <p:spPr>
          <a:xfrm>
            <a:off x="86410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4" name="Shape 462"/>
          <p:cNvSpPr/>
          <p:nvPr/>
        </p:nvSpPr>
        <p:spPr>
          <a:xfrm>
            <a:off x="86410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5" name="Shape 463"/>
          <p:cNvSpPr/>
          <p:nvPr/>
        </p:nvSpPr>
        <p:spPr>
          <a:xfrm>
            <a:off x="86410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6" name="Shape 464"/>
          <p:cNvSpPr/>
          <p:nvPr/>
        </p:nvSpPr>
        <p:spPr>
          <a:xfrm>
            <a:off x="86410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7" name="Shape 465"/>
          <p:cNvSpPr/>
          <p:nvPr/>
        </p:nvSpPr>
        <p:spPr>
          <a:xfrm>
            <a:off x="86410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8" name="Shape 466"/>
          <p:cNvSpPr/>
          <p:nvPr/>
        </p:nvSpPr>
        <p:spPr>
          <a:xfrm>
            <a:off x="86410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9" name="Shape 467"/>
          <p:cNvSpPr/>
          <p:nvPr/>
        </p:nvSpPr>
        <p:spPr>
          <a:xfrm>
            <a:off x="86410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0" name="Shape 468"/>
          <p:cNvSpPr/>
          <p:nvPr/>
        </p:nvSpPr>
        <p:spPr>
          <a:xfrm>
            <a:off x="86410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1" name="Shape 469"/>
          <p:cNvSpPr/>
          <p:nvPr/>
        </p:nvSpPr>
        <p:spPr>
          <a:xfrm>
            <a:off x="86410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2" name="Shape 470"/>
          <p:cNvSpPr/>
          <p:nvPr/>
        </p:nvSpPr>
        <p:spPr>
          <a:xfrm>
            <a:off x="86410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3" name="Shape 471"/>
          <p:cNvSpPr/>
          <p:nvPr/>
        </p:nvSpPr>
        <p:spPr>
          <a:xfrm>
            <a:off x="86410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4" name="Shape 472"/>
          <p:cNvSpPr/>
          <p:nvPr/>
        </p:nvSpPr>
        <p:spPr>
          <a:xfrm>
            <a:off x="86410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5" name="Shape 473"/>
          <p:cNvSpPr/>
          <p:nvPr/>
        </p:nvSpPr>
        <p:spPr>
          <a:xfrm>
            <a:off x="86410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6" name="Shape 474"/>
          <p:cNvSpPr/>
          <p:nvPr/>
        </p:nvSpPr>
        <p:spPr>
          <a:xfrm>
            <a:off x="86410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7" name="Shape 475"/>
          <p:cNvSpPr/>
          <p:nvPr/>
        </p:nvSpPr>
        <p:spPr>
          <a:xfrm>
            <a:off x="86410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8" name="Shape 476"/>
          <p:cNvSpPr/>
          <p:nvPr/>
        </p:nvSpPr>
        <p:spPr>
          <a:xfrm>
            <a:off x="89611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9" name="Shape 477"/>
          <p:cNvSpPr/>
          <p:nvPr/>
        </p:nvSpPr>
        <p:spPr>
          <a:xfrm>
            <a:off x="89611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0" name="Shape 478"/>
          <p:cNvSpPr/>
          <p:nvPr/>
        </p:nvSpPr>
        <p:spPr>
          <a:xfrm>
            <a:off x="89611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1" name="Shape 479"/>
          <p:cNvSpPr/>
          <p:nvPr/>
        </p:nvSpPr>
        <p:spPr>
          <a:xfrm>
            <a:off x="89611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2" name="Shape 480"/>
          <p:cNvSpPr/>
          <p:nvPr/>
        </p:nvSpPr>
        <p:spPr>
          <a:xfrm>
            <a:off x="89611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3" name="Shape 481"/>
          <p:cNvSpPr/>
          <p:nvPr/>
        </p:nvSpPr>
        <p:spPr>
          <a:xfrm>
            <a:off x="89611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4" name="Shape 482"/>
          <p:cNvSpPr/>
          <p:nvPr/>
        </p:nvSpPr>
        <p:spPr>
          <a:xfrm>
            <a:off x="89611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5" name="Shape 483"/>
          <p:cNvSpPr/>
          <p:nvPr/>
        </p:nvSpPr>
        <p:spPr>
          <a:xfrm>
            <a:off x="89611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6" name="Shape 484"/>
          <p:cNvSpPr/>
          <p:nvPr/>
        </p:nvSpPr>
        <p:spPr>
          <a:xfrm>
            <a:off x="89611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7" name="Shape 485"/>
          <p:cNvSpPr/>
          <p:nvPr/>
        </p:nvSpPr>
        <p:spPr>
          <a:xfrm>
            <a:off x="89611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8" name="Shape 486"/>
          <p:cNvSpPr/>
          <p:nvPr/>
        </p:nvSpPr>
        <p:spPr>
          <a:xfrm>
            <a:off x="89611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9" name="Shape 487"/>
          <p:cNvSpPr/>
          <p:nvPr/>
        </p:nvSpPr>
        <p:spPr>
          <a:xfrm>
            <a:off x="89611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0" name="Shape 488"/>
          <p:cNvSpPr/>
          <p:nvPr/>
        </p:nvSpPr>
        <p:spPr>
          <a:xfrm>
            <a:off x="89611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1" name="Shape 489"/>
          <p:cNvSpPr/>
          <p:nvPr/>
        </p:nvSpPr>
        <p:spPr>
          <a:xfrm>
            <a:off x="89611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2" name="Shape 490"/>
          <p:cNvSpPr/>
          <p:nvPr/>
        </p:nvSpPr>
        <p:spPr>
          <a:xfrm>
            <a:off x="89611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3" name="Shape 491"/>
          <p:cNvSpPr/>
          <p:nvPr/>
        </p:nvSpPr>
        <p:spPr>
          <a:xfrm>
            <a:off x="89611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4" name="Shape 492"/>
          <p:cNvSpPr/>
          <p:nvPr/>
        </p:nvSpPr>
        <p:spPr>
          <a:xfrm>
            <a:off x="89611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5" name="Shape 49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6" name="Shape 494"/>
          <p:cNvSpPr/>
          <p:nvPr/>
        </p:nvSpPr>
        <p:spPr>
          <a:xfrm>
            <a:off x="365760" y="4846320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7" name="Text 495"/>
          <p:cNvSpPr/>
          <p:nvPr/>
        </p:nvSpPr>
        <p:spPr>
          <a:xfrm>
            <a:off x="548640" y="4773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Graphy</a:t>
            </a:r>
            <a:endParaRPr lang="en-US" sz="1000" dirty="0"/>
          </a:p>
        </p:txBody>
      </p:sp>
      <p:sp>
        <p:nvSpPr>
          <p:cNvPr id="498" name="Text 496"/>
          <p:cNvSpPr/>
          <p:nvPr/>
        </p:nvSpPr>
        <p:spPr>
          <a:xfrm>
            <a:off x="8046720" y="47731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499" name="Text 497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 ·  02</a:t>
            </a:r>
            <a:endParaRPr lang="en-US" sz="1100" dirty="0"/>
          </a:p>
        </p:txBody>
      </p:sp>
      <p:sp>
        <p:nvSpPr>
          <p:cNvPr id="500" name="Text 498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legacy est devenu </a:t>
            </a:r>
            <a:r>
              <a:rPr lang="en-US" sz="320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illisible</a:t>
            </a: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200" dirty="0"/>
          </a:p>
        </p:txBody>
      </p:sp>
      <p:sp>
        <p:nvSpPr>
          <p:cNvPr id="501" name="Shape 499"/>
          <p:cNvSpPr/>
          <p:nvPr/>
        </p:nvSpPr>
        <p:spPr>
          <a:xfrm>
            <a:off x="457200" y="1874520"/>
            <a:ext cx="3840480" cy="2697480"/>
          </a:xfrm>
          <a:prstGeom prst="roundRect">
            <a:avLst>
              <a:gd name="adj" fmla="val 2712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2" name="Shape 500"/>
          <p:cNvSpPr/>
          <p:nvPr/>
        </p:nvSpPr>
        <p:spPr>
          <a:xfrm>
            <a:off x="457200" y="1874520"/>
            <a:ext cx="54864" cy="269748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3" name="Text 501"/>
          <p:cNvSpPr/>
          <p:nvPr/>
        </p:nvSpPr>
        <p:spPr>
          <a:xfrm>
            <a:off x="685800" y="20574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7600" dirty="0"/>
          </a:p>
        </p:txBody>
      </p:sp>
      <p:sp>
        <p:nvSpPr>
          <p:cNvPr id="504" name="Text 502"/>
          <p:cNvSpPr/>
          <p:nvPr/>
        </p:nvSpPr>
        <p:spPr>
          <a:xfrm>
            <a:off x="685800" y="3154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lit du code </a:t>
            </a:r>
            <a:r>
              <a:rPr lang="en-US" sz="1400" b="1" dirty="0">
                <a:solidFill>
                  <a:srgbClr val="F1F5F9"/>
                </a:solidFill>
                <a:latin typeface="Aharoni" panose="02010803020104030203" pitchFamily="2" charset="-79"/>
                <a:ea typeface="Calibri" pitchFamily="34" charset="-122"/>
                <a:cs typeface="Aharoni" panose="02010803020104030203" pitchFamily="2" charset="-79"/>
              </a:rPr>
              <a:t>beaucoup plus </a:t>
            </a: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qu'on en écrit.</a:t>
            </a:r>
            <a:endParaRPr lang="en-US" sz="1400" dirty="0"/>
          </a:p>
        </p:txBody>
      </p:sp>
      <p:sp>
        <p:nvSpPr>
          <p:cNvPr id="505" name="Text 503"/>
          <p:cNvSpPr/>
          <p:nvPr/>
        </p:nvSpPr>
        <p:spPr>
          <a:xfrm>
            <a:off x="685800" y="36576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onboarding sur une codebase de 100k lignes prend des semaines. L'IA accélère l'écriture — pas la lecture.</a:t>
            </a:r>
            <a:endParaRPr lang="en-US" sz="1200" dirty="0"/>
          </a:p>
        </p:txBody>
      </p:sp>
      <p:sp>
        <p:nvSpPr>
          <p:cNvPr id="506" name="Shape 504"/>
          <p:cNvSpPr/>
          <p:nvPr/>
        </p:nvSpPr>
        <p:spPr>
          <a:xfrm>
            <a:off x="4617720" y="1874520"/>
            <a:ext cx="4069080" cy="2697480"/>
          </a:xfrm>
          <a:prstGeom prst="roundRect">
            <a:avLst>
              <a:gd name="adj" fmla="val 2712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7" name="Text 505"/>
          <p:cNvSpPr/>
          <p:nvPr/>
        </p:nvSpPr>
        <p:spPr>
          <a:xfrm>
            <a:off x="4892040" y="20574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300" dirty="0"/>
          </a:p>
        </p:txBody>
      </p:sp>
      <p:sp>
        <p:nvSpPr>
          <p:cNvPr id="508" name="Text 506"/>
          <p:cNvSpPr/>
          <p:nvPr/>
        </p:nvSpPr>
        <p:spPr>
          <a:xfrm>
            <a:off x="4892040" y="2423160"/>
            <a:ext cx="3520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modules/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billing/  (47 fichiers)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auth/     (32 fichiers)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api/      (61 fichiers)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shared/   (89 fichiers)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utils.ts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helpers.ts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helpers2.ts   &lt;- qui appelle ca ?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legacy.ts     &lt;- peut-on supprimer ?</a:t>
            </a:r>
            <a:endParaRPr lang="en-US" sz="1200" dirty="0"/>
          </a:p>
        </p:txBody>
      </p:sp>
      <p:sp>
        <p:nvSpPr>
          <p:cNvPr id="509" name="Text 507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texte, encore du texte. Aucune vue d'ensemble.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00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200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200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200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200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200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200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200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3200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00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3200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200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3200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3200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200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6400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6400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6400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6400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6400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6400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6400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6400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6400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6400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6400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6400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6400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6400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6400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6400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6400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9601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9601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9601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9601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9601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Shape 56"/>
          <p:cNvSpPr/>
          <p:nvPr/>
        </p:nvSpPr>
        <p:spPr>
          <a:xfrm>
            <a:off x="9601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Shape 57"/>
          <p:cNvSpPr/>
          <p:nvPr/>
        </p:nvSpPr>
        <p:spPr>
          <a:xfrm>
            <a:off x="9601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9601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Shape 59"/>
          <p:cNvSpPr/>
          <p:nvPr/>
        </p:nvSpPr>
        <p:spPr>
          <a:xfrm>
            <a:off x="9601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Shape 60"/>
          <p:cNvSpPr/>
          <p:nvPr/>
        </p:nvSpPr>
        <p:spPr>
          <a:xfrm>
            <a:off x="9601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Shape 61"/>
          <p:cNvSpPr/>
          <p:nvPr/>
        </p:nvSpPr>
        <p:spPr>
          <a:xfrm>
            <a:off x="9601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Shape 62"/>
          <p:cNvSpPr/>
          <p:nvPr/>
        </p:nvSpPr>
        <p:spPr>
          <a:xfrm>
            <a:off x="9601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Shape 63"/>
          <p:cNvSpPr/>
          <p:nvPr/>
        </p:nvSpPr>
        <p:spPr>
          <a:xfrm>
            <a:off x="9601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Shape 64"/>
          <p:cNvSpPr/>
          <p:nvPr/>
        </p:nvSpPr>
        <p:spPr>
          <a:xfrm>
            <a:off x="9601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7" name="Shape 65"/>
          <p:cNvSpPr/>
          <p:nvPr/>
        </p:nvSpPr>
        <p:spPr>
          <a:xfrm>
            <a:off x="9601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8" name="Shape 66"/>
          <p:cNvSpPr/>
          <p:nvPr/>
        </p:nvSpPr>
        <p:spPr>
          <a:xfrm>
            <a:off x="9601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9" name="Shape 67"/>
          <p:cNvSpPr/>
          <p:nvPr/>
        </p:nvSpPr>
        <p:spPr>
          <a:xfrm>
            <a:off x="9601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Shape 68"/>
          <p:cNvSpPr/>
          <p:nvPr/>
        </p:nvSpPr>
        <p:spPr>
          <a:xfrm>
            <a:off x="12801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1" name="Shape 69"/>
          <p:cNvSpPr/>
          <p:nvPr/>
        </p:nvSpPr>
        <p:spPr>
          <a:xfrm>
            <a:off x="12801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2" name="Shape 70"/>
          <p:cNvSpPr/>
          <p:nvPr/>
        </p:nvSpPr>
        <p:spPr>
          <a:xfrm>
            <a:off x="12801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Shape 71"/>
          <p:cNvSpPr/>
          <p:nvPr/>
        </p:nvSpPr>
        <p:spPr>
          <a:xfrm>
            <a:off x="12801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4" name="Shape 72"/>
          <p:cNvSpPr/>
          <p:nvPr/>
        </p:nvSpPr>
        <p:spPr>
          <a:xfrm>
            <a:off x="12801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Shape 73"/>
          <p:cNvSpPr/>
          <p:nvPr/>
        </p:nvSpPr>
        <p:spPr>
          <a:xfrm>
            <a:off x="12801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6" name="Shape 74"/>
          <p:cNvSpPr/>
          <p:nvPr/>
        </p:nvSpPr>
        <p:spPr>
          <a:xfrm>
            <a:off x="12801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7" name="Shape 75"/>
          <p:cNvSpPr/>
          <p:nvPr/>
        </p:nvSpPr>
        <p:spPr>
          <a:xfrm>
            <a:off x="12801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8" name="Shape 76"/>
          <p:cNvSpPr/>
          <p:nvPr/>
        </p:nvSpPr>
        <p:spPr>
          <a:xfrm>
            <a:off x="12801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9" name="Shape 77"/>
          <p:cNvSpPr/>
          <p:nvPr/>
        </p:nvSpPr>
        <p:spPr>
          <a:xfrm>
            <a:off x="12801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0" name="Shape 78"/>
          <p:cNvSpPr/>
          <p:nvPr/>
        </p:nvSpPr>
        <p:spPr>
          <a:xfrm>
            <a:off x="12801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1" name="Shape 79"/>
          <p:cNvSpPr/>
          <p:nvPr/>
        </p:nvSpPr>
        <p:spPr>
          <a:xfrm>
            <a:off x="12801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2" name="Shape 80"/>
          <p:cNvSpPr/>
          <p:nvPr/>
        </p:nvSpPr>
        <p:spPr>
          <a:xfrm>
            <a:off x="12801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3" name="Shape 81"/>
          <p:cNvSpPr/>
          <p:nvPr/>
        </p:nvSpPr>
        <p:spPr>
          <a:xfrm>
            <a:off x="12801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4" name="Shape 82"/>
          <p:cNvSpPr/>
          <p:nvPr/>
        </p:nvSpPr>
        <p:spPr>
          <a:xfrm>
            <a:off x="12801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5" name="Shape 83"/>
          <p:cNvSpPr/>
          <p:nvPr/>
        </p:nvSpPr>
        <p:spPr>
          <a:xfrm>
            <a:off x="12801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6" name="Shape 84"/>
          <p:cNvSpPr/>
          <p:nvPr/>
        </p:nvSpPr>
        <p:spPr>
          <a:xfrm>
            <a:off x="12801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7" name="Shape 85"/>
          <p:cNvSpPr/>
          <p:nvPr/>
        </p:nvSpPr>
        <p:spPr>
          <a:xfrm>
            <a:off x="16002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8" name="Shape 86"/>
          <p:cNvSpPr/>
          <p:nvPr/>
        </p:nvSpPr>
        <p:spPr>
          <a:xfrm>
            <a:off x="16002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9" name="Shape 87"/>
          <p:cNvSpPr/>
          <p:nvPr/>
        </p:nvSpPr>
        <p:spPr>
          <a:xfrm>
            <a:off x="16002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0" name="Shape 88"/>
          <p:cNvSpPr/>
          <p:nvPr/>
        </p:nvSpPr>
        <p:spPr>
          <a:xfrm>
            <a:off x="16002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1" name="Shape 89"/>
          <p:cNvSpPr/>
          <p:nvPr/>
        </p:nvSpPr>
        <p:spPr>
          <a:xfrm>
            <a:off x="16002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2" name="Shape 90"/>
          <p:cNvSpPr/>
          <p:nvPr/>
        </p:nvSpPr>
        <p:spPr>
          <a:xfrm>
            <a:off x="16002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3" name="Shape 91"/>
          <p:cNvSpPr/>
          <p:nvPr/>
        </p:nvSpPr>
        <p:spPr>
          <a:xfrm>
            <a:off x="16002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4" name="Shape 92"/>
          <p:cNvSpPr/>
          <p:nvPr/>
        </p:nvSpPr>
        <p:spPr>
          <a:xfrm>
            <a:off x="16002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5" name="Shape 93"/>
          <p:cNvSpPr/>
          <p:nvPr/>
        </p:nvSpPr>
        <p:spPr>
          <a:xfrm>
            <a:off x="16002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6" name="Shape 94"/>
          <p:cNvSpPr/>
          <p:nvPr/>
        </p:nvSpPr>
        <p:spPr>
          <a:xfrm>
            <a:off x="16002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7" name="Shape 95"/>
          <p:cNvSpPr/>
          <p:nvPr/>
        </p:nvSpPr>
        <p:spPr>
          <a:xfrm>
            <a:off x="16002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8" name="Shape 96"/>
          <p:cNvSpPr/>
          <p:nvPr/>
        </p:nvSpPr>
        <p:spPr>
          <a:xfrm>
            <a:off x="16002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9" name="Shape 97"/>
          <p:cNvSpPr/>
          <p:nvPr/>
        </p:nvSpPr>
        <p:spPr>
          <a:xfrm>
            <a:off x="16002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0" name="Shape 98"/>
          <p:cNvSpPr/>
          <p:nvPr/>
        </p:nvSpPr>
        <p:spPr>
          <a:xfrm>
            <a:off x="16002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1" name="Shape 99"/>
          <p:cNvSpPr/>
          <p:nvPr/>
        </p:nvSpPr>
        <p:spPr>
          <a:xfrm>
            <a:off x="16002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2" name="Shape 100"/>
          <p:cNvSpPr/>
          <p:nvPr/>
        </p:nvSpPr>
        <p:spPr>
          <a:xfrm>
            <a:off x="16002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3" name="Shape 101"/>
          <p:cNvSpPr/>
          <p:nvPr/>
        </p:nvSpPr>
        <p:spPr>
          <a:xfrm>
            <a:off x="16002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4" name="Shape 102"/>
          <p:cNvSpPr/>
          <p:nvPr/>
        </p:nvSpPr>
        <p:spPr>
          <a:xfrm>
            <a:off x="19202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5" name="Shape 103"/>
          <p:cNvSpPr/>
          <p:nvPr/>
        </p:nvSpPr>
        <p:spPr>
          <a:xfrm>
            <a:off x="19202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6" name="Shape 104"/>
          <p:cNvSpPr/>
          <p:nvPr/>
        </p:nvSpPr>
        <p:spPr>
          <a:xfrm>
            <a:off x="19202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7" name="Shape 105"/>
          <p:cNvSpPr/>
          <p:nvPr/>
        </p:nvSpPr>
        <p:spPr>
          <a:xfrm>
            <a:off x="19202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8" name="Shape 106"/>
          <p:cNvSpPr/>
          <p:nvPr/>
        </p:nvSpPr>
        <p:spPr>
          <a:xfrm>
            <a:off x="19202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9" name="Shape 107"/>
          <p:cNvSpPr/>
          <p:nvPr/>
        </p:nvSpPr>
        <p:spPr>
          <a:xfrm>
            <a:off x="19202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0" name="Shape 108"/>
          <p:cNvSpPr/>
          <p:nvPr/>
        </p:nvSpPr>
        <p:spPr>
          <a:xfrm>
            <a:off x="19202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1" name="Shape 109"/>
          <p:cNvSpPr/>
          <p:nvPr/>
        </p:nvSpPr>
        <p:spPr>
          <a:xfrm>
            <a:off x="19202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2" name="Shape 110"/>
          <p:cNvSpPr/>
          <p:nvPr/>
        </p:nvSpPr>
        <p:spPr>
          <a:xfrm>
            <a:off x="19202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3" name="Shape 111"/>
          <p:cNvSpPr/>
          <p:nvPr/>
        </p:nvSpPr>
        <p:spPr>
          <a:xfrm>
            <a:off x="19202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4" name="Shape 112"/>
          <p:cNvSpPr/>
          <p:nvPr/>
        </p:nvSpPr>
        <p:spPr>
          <a:xfrm>
            <a:off x="19202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5" name="Shape 113"/>
          <p:cNvSpPr/>
          <p:nvPr/>
        </p:nvSpPr>
        <p:spPr>
          <a:xfrm>
            <a:off x="19202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6" name="Shape 114"/>
          <p:cNvSpPr/>
          <p:nvPr/>
        </p:nvSpPr>
        <p:spPr>
          <a:xfrm>
            <a:off x="19202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7" name="Shape 115"/>
          <p:cNvSpPr/>
          <p:nvPr/>
        </p:nvSpPr>
        <p:spPr>
          <a:xfrm>
            <a:off x="19202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8" name="Shape 116"/>
          <p:cNvSpPr/>
          <p:nvPr/>
        </p:nvSpPr>
        <p:spPr>
          <a:xfrm>
            <a:off x="19202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9" name="Shape 117"/>
          <p:cNvSpPr/>
          <p:nvPr/>
        </p:nvSpPr>
        <p:spPr>
          <a:xfrm>
            <a:off x="19202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0" name="Shape 118"/>
          <p:cNvSpPr/>
          <p:nvPr/>
        </p:nvSpPr>
        <p:spPr>
          <a:xfrm>
            <a:off x="19202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1" name="Shape 119"/>
          <p:cNvSpPr/>
          <p:nvPr/>
        </p:nvSpPr>
        <p:spPr>
          <a:xfrm>
            <a:off x="22402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2" name="Shape 120"/>
          <p:cNvSpPr/>
          <p:nvPr/>
        </p:nvSpPr>
        <p:spPr>
          <a:xfrm>
            <a:off x="22402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3" name="Shape 121"/>
          <p:cNvSpPr/>
          <p:nvPr/>
        </p:nvSpPr>
        <p:spPr>
          <a:xfrm>
            <a:off x="22402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4" name="Shape 122"/>
          <p:cNvSpPr/>
          <p:nvPr/>
        </p:nvSpPr>
        <p:spPr>
          <a:xfrm>
            <a:off x="22402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5" name="Shape 123"/>
          <p:cNvSpPr/>
          <p:nvPr/>
        </p:nvSpPr>
        <p:spPr>
          <a:xfrm>
            <a:off x="22402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6" name="Shape 124"/>
          <p:cNvSpPr/>
          <p:nvPr/>
        </p:nvSpPr>
        <p:spPr>
          <a:xfrm>
            <a:off x="22402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7" name="Shape 125"/>
          <p:cNvSpPr/>
          <p:nvPr/>
        </p:nvSpPr>
        <p:spPr>
          <a:xfrm>
            <a:off x="22402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8" name="Shape 126"/>
          <p:cNvSpPr/>
          <p:nvPr/>
        </p:nvSpPr>
        <p:spPr>
          <a:xfrm>
            <a:off x="22402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9" name="Shape 127"/>
          <p:cNvSpPr/>
          <p:nvPr/>
        </p:nvSpPr>
        <p:spPr>
          <a:xfrm>
            <a:off x="22402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0" name="Shape 128"/>
          <p:cNvSpPr/>
          <p:nvPr/>
        </p:nvSpPr>
        <p:spPr>
          <a:xfrm>
            <a:off x="22402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1" name="Shape 129"/>
          <p:cNvSpPr/>
          <p:nvPr/>
        </p:nvSpPr>
        <p:spPr>
          <a:xfrm>
            <a:off x="22402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2" name="Shape 130"/>
          <p:cNvSpPr/>
          <p:nvPr/>
        </p:nvSpPr>
        <p:spPr>
          <a:xfrm>
            <a:off x="22402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3" name="Shape 131"/>
          <p:cNvSpPr/>
          <p:nvPr/>
        </p:nvSpPr>
        <p:spPr>
          <a:xfrm>
            <a:off x="22402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4" name="Shape 132"/>
          <p:cNvSpPr/>
          <p:nvPr/>
        </p:nvSpPr>
        <p:spPr>
          <a:xfrm>
            <a:off x="22402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5" name="Shape 133"/>
          <p:cNvSpPr/>
          <p:nvPr/>
        </p:nvSpPr>
        <p:spPr>
          <a:xfrm>
            <a:off x="22402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6" name="Shape 134"/>
          <p:cNvSpPr/>
          <p:nvPr/>
        </p:nvSpPr>
        <p:spPr>
          <a:xfrm>
            <a:off x="22402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7" name="Shape 135"/>
          <p:cNvSpPr/>
          <p:nvPr/>
        </p:nvSpPr>
        <p:spPr>
          <a:xfrm>
            <a:off x="22402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8" name="Shape 136"/>
          <p:cNvSpPr/>
          <p:nvPr/>
        </p:nvSpPr>
        <p:spPr>
          <a:xfrm>
            <a:off x="25603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9" name="Shape 137"/>
          <p:cNvSpPr/>
          <p:nvPr/>
        </p:nvSpPr>
        <p:spPr>
          <a:xfrm>
            <a:off x="25603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0" name="Shape 138"/>
          <p:cNvSpPr/>
          <p:nvPr/>
        </p:nvSpPr>
        <p:spPr>
          <a:xfrm>
            <a:off x="25603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1" name="Shape 139"/>
          <p:cNvSpPr/>
          <p:nvPr/>
        </p:nvSpPr>
        <p:spPr>
          <a:xfrm>
            <a:off x="25603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2" name="Shape 140"/>
          <p:cNvSpPr/>
          <p:nvPr/>
        </p:nvSpPr>
        <p:spPr>
          <a:xfrm>
            <a:off x="25603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3" name="Shape 141"/>
          <p:cNvSpPr/>
          <p:nvPr/>
        </p:nvSpPr>
        <p:spPr>
          <a:xfrm>
            <a:off x="25603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4" name="Shape 142"/>
          <p:cNvSpPr/>
          <p:nvPr/>
        </p:nvSpPr>
        <p:spPr>
          <a:xfrm>
            <a:off x="25603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5" name="Shape 143"/>
          <p:cNvSpPr/>
          <p:nvPr/>
        </p:nvSpPr>
        <p:spPr>
          <a:xfrm>
            <a:off x="25603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6" name="Shape 144"/>
          <p:cNvSpPr/>
          <p:nvPr/>
        </p:nvSpPr>
        <p:spPr>
          <a:xfrm>
            <a:off x="25603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7" name="Shape 145"/>
          <p:cNvSpPr/>
          <p:nvPr/>
        </p:nvSpPr>
        <p:spPr>
          <a:xfrm>
            <a:off x="25603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8" name="Shape 146"/>
          <p:cNvSpPr/>
          <p:nvPr/>
        </p:nvSpPr>
        <p:spPr>
          <a:xfrm>
            <a:off x="25603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9" name="Shape 147"/>
          <p:cNvSpPr/>
          <p:nvPr/>
        </p:nvSpPr>
        <p:spPr>
          <a:xfrm>
            <a:off x="25603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0" name="Shape 148"/>
          <p:cNvSpPr/>
          <p:nvPr/>
        </p:nvSpPr>
        <p:spPr>
          <a:xfrm>
            <a:off x="25603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1" name="Shape 149"/>
          <p:cNvSpPr/>
          <p:nvPr/>
        </p:nvSpPr>
        <p:spPr>
          <a:xfrm>
            <a:off x="25603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2" name="Shape 150"/>
          <p:cNvSpPr/>
          <p:nvPr/>
        </p:nvSpPr>
        <p:spPr>
          <a:xfrm>
            <a:off x="25603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3" name="Shape 151"/>
          <p:cNvSpPr/>
          <p:nvPr/>
        </p:nvSpPr>
        <p:spPr>
          <a:xfrm>
            <a:off x="25603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4" name="Shape 152"/>
          <p:cNvSpPr/>
          <p:nvPr/>
        </p:nvSpPr>
        <p:spPr>
          <a:xfrm>
            <a:off x="25603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5" name="Shape 153"/>
          <p:cNvSpPr/>
          <p:nvPr/>
        </p:nvSpPr>
        <p:spPr>
          <a:xfrm>
            <a:off x="28803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6" name="Shape 154"/>
          <p:cNvSpPr/>
          <p:nvPr/>
        </p:nvSpPr>
        <p:spPr>
          <a:xfrm>
            <a:off x="28803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7" name="Shape 155"/>
          <p:cNvSpPr/>
          <p:nvPr/>
        </p:nvSpPr>
        <p:spPr>
          <a:xfrm>
            <a:off x="28803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8" name="Shape 156"/>
          <p:cNvSpPr/>
          <p:nvPr/>
        </p:nvSpPr>
        <p:spPr>
          <a:xfrm>
            <a:off x="28803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9" name="Shape 157"/>
          <p:cNvSpPr/>
          <p:nvPr/>
        </p:nvSpPr>
        <p:spPr>
          <a:xfrm>
            <a:off x="28803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0" name="Shape 158"/>
          <p:cNvSpPr/>
          <p:nvPr/>
        </p:nvSpPr>
        <p:spPr>
          <a:xfrm>
            <a:off x="28803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1" name="Shape 159"/>
          <p:cNvSpPr/>
          <p:nvPr/>
        </p:nvSpPr>
        <p:spPr>
          <a:xfrm>
            <a:off x="28803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2" name="Shape 160"/>
          <p:cNvSpPr/>
          <p:nvPr/>
        </p:nvSpPr>
        <p:spPr>
          <a:xfrm>
            <a:off x="28803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3" name="Shape 161"/>
          <p:cNvSpPr/>
          <p:nvPr/>
        </p:nvSpPr>
        <p:spPr>
          <a:xfrm>
            <a:off x="28803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4" name="Shape 162"/>
          <p:cNvSpPr/>
          <p:nvPr/>
        </p:nvSpPr>
        <p:spPr>
          <a:xfrm>
            <a:off x="28803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5" name="Shape 163"/>
          <p:cNvSpPr/>
          <p:nvPr/>
        </p:nvSpPr>
        <p:spPr>
          <a:xfrm>
            <a:off x="28803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6" name="Shape 164"/>
          <p:cNvSpPr/>
          <p:nvPr/>
        </p:nvSpPr>
        <p:spPr>
          <a:xfrm>
            <a:off x="28803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7" name="Shape 165"/>
          <p:cNvSpPr/>
          <p:nvPr/>
        </p:nvSpPr>
        <p:spPr>
          <a:xfrm>
            <a:off x="28803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8" name="Shape 166"/>
          <p:cNvSpPr/>
          <p:nvPr/>
        </p:nvSpPr>
        <p:spPr>
          <a:xfrm>
            <a:off x="28803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9" name="Shape 167"/>
          <p:cNvSpPr/>
          <p:nvPr/>
        </p:nvSpPr>
        <p:spPr>
          <a:xfrm>
            <a:off x="28803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0" name="Shape 168"/>
          <p:cNvSpPr/>
          <p:nvPr/>
        </p:nvSpPr>
        <p:spPr>
          <a:xfrm>
            <a:off x="28803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1" name="Shape 169"/>
          <p:cNvSpPr/>
          <p:nvPr/>
        </p:nvSpPr>
        <p:spPr>
          <a:xfrm>
            <a:off x="28803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2" name="Shape 170"/>
          <p:cNvSpPr/>
          <p:nvPr/>
        </p:nvSpPr>
        <p:spPr>
          <a:xfrm>
            <a:off x="32004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3" name="Shape 171"/>
          <p:cNvSpPr/>
          <p:nvPr/>
        </p:nvSpPr>
        <p:spPr>
          <a:xfrm>
            <a:off x="32004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4" name="Shape 172"/>
          <p:cNvSpPr/>
          <p:nvPr/>
        </p:nvSpPr>
        <p:spPr>
          <a:xfrm>
            <a:off x="32004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5" name="Shape 173"/>
          <p:cNvSpPr/>
          <p:nvPr/>
        </p:nvSpPr>
        <p:spPr>
          <a:xfrm>
            <a:off x="32004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6" name="Shape 174"/>
          <p:cNvSpPr/>
          <p:nvPr/>
        </p:nvSpPr>
        <p:spPr>
          <a:xfrm>
            <a:off x="32004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7" name="Shape 175"/>
          <p:cNvSpPr/>
          <p:nvPr/>
        </p:nvSpPr>
        <p:spPr>
          <a:xfrm>
            <a:off x="32004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8" name="Shape 176"/>
          <p:cNvSpPr/>
          <p:nvPr/>
        </p:nvSpPr>
        <p:spPr>
          <a:xfrm>
            <a:off x="32004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9" name="Shape 177"/>
          <p:cNvSpPr/>
          <p:nvPr/>
        </p:nvSpPr>
        <p:spPr>
          <a:xfrm>
            <a:off x="32004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0" name="Shape 178"/>
          <p:cNvSpPr/>
          <p:nvPr/>
        </p:nvSpPr>
        <p:spPr>
          <a:xfrm>
            <a:off x="32004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1" name="Shape 179"/>
          <p:cNvSpPr/>
          <p:nvPr/>
        </p:nvSpPr>
        <p:spPr>
          <a:xfrm>
            <a:off x="32004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2" name="Shape 180"/>
          <p:cNvSpPr/>
          <p:nvPr/>
        </p:nvSpPr>
        <p:spPr>
          <a:xfrm>
            <a:off x="32004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3" name="Shape 181"/>
          <p:cNvSpPr/>
          <p:nvPr/>
        </p:nvSpPr>
        <p:spPr>
          <a:xfrm>
            <a:off x="32004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4" name="Shape 182"/>
          <p:cNvSpPr/>
          <p:nvPr/>
        </p:nvSpPr>
        <p:spPr>
          <a:xfrm>
            <a:off x="32004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5" name="Shape 183"/>
          <p:cNvSpPr/>
          <p:nvPr/>
        </p:nvSpPr>
        <p:spPr>
          <a:xfrm>
            <a:off x="32004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6" name="Shape 184"/>
          <p:cNvSpPr/>
          <p:nvPr/>
        </p:nvSpPr>
        <p:spPr>
          <a:xfrm>
            <a:off x="32004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7" name="Shape 185"/>
          <p:cNvSpPr/>
          <p:nvPr/>
        </p:nvSpPr>
        <p:spPr>
          <a:xfrm>
            <a:off x="32004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8" name="Shape 186"/>
          <p:cNvSpPr/>
          <p:nvPr/>
        </p:nvSpPr>
        <p:spPr>
          <a:xfrm>
            <a:off x="32004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9" name="Shape 187"/>
          <p:cNvSpPr/>
          <p:nvPr/>
        </p:nvSpPr>
        <p:spPr>
          <a:xfrm>
            <a:off x="35204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0" name="Shape 188"/>
          <p:cNvSpPr/>
          <p:nvPr/>
        </p:nvSpPr>
        <p:spPr>
          <a:xfrm>
            <a:off x="35204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1" name="Shape 189"/>
          <p:cNvSpPr/>
          <p:nvPr/>
        </p:nvSpPr>
        <p:spPr>
          <a:xfrm>
            <a:off x="35204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2" name="Shape 190"/>
          <p:cNvSpPr/>
          <p:nvPr/>
        </p:nvSpPr>
        <p:spPr>
          <a:xfrm>
            <a:off x="35204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3" name="Shape 191"/>
          <p:cNvSpPr/>
          <p:nvPr/>
        </p:nvSpPr>
        <p:spPr>
          <a:xfrm>
            <a:off x="35204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4" name="Shape 192"/>
          <p:cNvSpPr/>
          <p:nvPr/>
        </p:nvSpPr>
        <p:spPr>
          <a:xfrm>
            <a:off x="35204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5" name="Shape 193"/>
          <p:cNvSpPr/>
          <p:nvPr/>
        </p:nvSpPr>
        <p:spPr>
          <a:xfrm>
            <a:off x="35204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6" name="Shape 194"/>
          <p:cNvSpPr/>
          <p:nvPr/>
        </p:nvSpPr>
        <p:spPr>
          <a:xfrm>
            <a:off x="35204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7" name="Shape 195"/>
          <p:cNvSpPr/>
          <p:nvPr/>
        </p:nvSpPr>
        <p:spPr>
          <a:xfrm>
            <a:off x="35204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8" name="Shape 196"/>
          <p:cNvSpPr/>
          <p:nvPr/>
        </p:nvSpPr>
        <p:spPr>
          <a:xfrm>
            <a:off x="35204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9" name="Shape 197"/>
          <p:cNvSpPr/>
          <p:nvPr/>
        </p:nvSpPr>
        <p:spPr>
          <a:xfrm>
            <a:off x="35204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0" name="Shape 198"/>
          <p:cNvSpPr/>
          <p:nvPr/>
        </p:nvSpPr>
        <p:spPr>
          <a:xfrm>
            <a:off x="35204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1" name="Shape 199"/>
          <p:cNvSpPr/>
          <p:nvPr/>
        </p:nvSpPr>
        <p:spPr>
          <a:xfrm>
            <a:off x="35204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2" name="Shape 200"/>
          <p:cNvSpPr/>
          <p:nvPr/>
        </p:nvSpPr>
        <p:spPr>
          <a:xfrm>
            <a:off x="35204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3" name="Shape 201"/>
          <p:cNvSpPr/>
          <p:nvPr/>
        </p:nvSpPr>
        <p:spPr>
          <a:xfrm>
            <a:off x="35204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4" name="Shape 202"/>
          <p:cNvSpPr/>
          <p:nvPr/>
        </p:nvSpPr>
        <p:spPr>
          <a:xfrm>
            <a:off x="35204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5" name="Shape 203"/>
          <p:cNvSpPr/>
          <p:nvPr/>
        </p:nvSpPr>
        <p:spPr>
          <a:xfrm>
            <a:off x="35204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6" name="Shape 204"/>
          <p:cNvSpPr/>
          <p:nvPr/>
        </p:nvSpPr>
        <p:spPr>
          <a:xfrm>
            <a:off x="38404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7" name="Shape 205"/>
          <p:cNvSpPr/>
          <p:nvPr/>
        </p:nvSpPr>
        <p:spPr>
          <a:xfrm>
            <a:off x="38404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8" name="Shape 206"/>
          <p:cNvSpPr/>
          <p:nvPr/>
        </p:nvSpPr>
        <p:spPr>
          <a:xfrm>
            <a:off x="38404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9" name="Shape 207"/>
          <p:cNvSpPr/>
          <p:nvPr/>
        </p:nvSpPr>
        <p:spPr>
          <a:xfrm>
            <a:off x="38404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0" name="Shape 208"/>
          <p:cNvSpPr/>
          <p:nvPr/>
        </p:nvSpPr>
        <p:spPr>
          <a:xfrm>
            <a:off x="38404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1" name="Shape 209"/>
          <p:cNvSpPr/>
          <p:nvPr/>
        </p:nvSpPr>
        <p:spPr>
          <a:xfrm>
            <a:off x="38404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2" name="Shape 210"/>
          <p:cNvSpPr/>
          <p:nvPr/>
        </p:nvSpPr>
        <p:spPr>
          <a:xfrm>
            <a:off x="38404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3" name="Shape 211"/>
          <p:cNvSpPr/>
          <p:nvPr/>
        </p:nvSpPr>
        <p:spPr>
          <a:xfrm>
            <a:off x="38404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4" name="Shape 212"/>
          <p:cNvSpPr/>
          <p:nvPr/>
        </p:nvSpPr>
        <p:spPr>
          <a:xfrm>
            <a:off x="38404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5" name="Shape 213"/>
          <p:cNvSpPr/>
          <p:nvPr/>
        </p:nvSpPr>
        <p:spPr>
          <a:xfrm>
            <a:off x="38404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6" name="Shape 214"/>
          <p:cNvSpPr/>
          <p:nvPr/>
        </p:nvSpPr>
        <p:spPr>
          <a:xfrm>
            <a:off x="38404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7" name="Shape 215"/>
          <p:cNvSpPr/>
          <p:nvPr/>
        </p:nvSpPr>
        <p:spPr>
          <a:xfrm>
            <a:off x="38404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8" name="Shape 216"/>
          <p:cNvSpPr/>
          <p:nvPr/>
        </p:nvSpPr>
        <p:spPr>
          <a:xfrm>
            <a:off x="38404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9" name="Shape 217"/>
          <p:cNvSpPr/>
          <p:nvPr/>
        </p:nvSpPr>
        <p:spPr>
          <a:xfrm>
            <a:off x="38404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0" name="Shape 218"/>
          <p:cNvSpPr/>
          <p:nvPr/>
        </p:nvSpPr>
        <p:spPr>
          <a:xfrm>
            <a:off x="38404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1" name="Shape 219"/>
          <p:cNvSpPr/>
          <p:nvPr/>
        </p:nvSpPr>
        <p:spPr>
          <a:xfrm>
            <a:off x="38404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2" name="Shape 220"/>
          <p:cNvSpPr/>
          <p:nvPr/>
        </p:nvSpPr>
        <p:spPr>
          <a:xfrm>
            <a:off x="38404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3" name="Shape 221"/>
          <p:cNvSpPr/>
          <p:nvPr/>
        </p:nvSpPr>
        <p:spPr>
          <a:xfrm>
            <a:off x="41605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4" name="Shape 222"/>
          <p:cNvSpPr/>
          <p:nvPr/>
        </p:nvSpPr>
        <p:spPr>
          <a:xfrm>
            <a:off x="41605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5" name="Shape 223"/>
          <p:cNvSpPr/>
          <p:nvPr/>
        </p:nvSpPr>
        <p:spPr>
          <a:xfrm>
            <a:off x="41605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6" name="Shape 224"/>
          <p:cNvSpPr/>
          <p:nvPr/>
        </p:nvSpPr>
        <p:spPr>
          <a:xfrm>
            <a:off x="41605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7" name="Shape 225"/>
          <p:cNvSpPr/>
          <p:nvPr/>
        </p:nvSpPr>
        <p:spPr>
          <a:xfrm>
            <a:off x="41605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8" name="Shape 226"/>
          <p:cNvSpPr/>
          <p:nvPr/>
        </p:nvSpPr>
        <p:spPr>
          <a:xfrm>
            <a:off x="41605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9" name="Shape 227"/>
          <p:cNvSpPr/>
          <p:nvPr/>
        </p:nvSpPr>
        <p:spPr>
          <a:xfrm>
            <a:off x="41605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0" name="Shape 228"/>
          <p:cNvSpPr/>
          <p:nvPr/>
        </p:nvSpPr>
        <p:spPr>
          <a:xfrm>
            <a:off x="41605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1" name="Shape 229"/>
          <p:cNvSpPr/>
          <p:nvPr/>
        </p:nvSpPr>
        <p:spPr>
          <a:xfrm>
            <a:off x="41605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2" name="Shape 230"/>
          <p:cNvSpPr/>
          <p:nvPr/>
        </p:nvSpPr>
        <p:spPr>
          <a:xfrm>
            <a:off x="41605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3" name="Shape 231"/>
          <p:cNvSpPr/>
          <p:nvPr/>
        </p:nvSpPr>
        <p:spPr>
          <a:xfrm>
            <a:off x="41605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4" name="Shape 232"/>
          <p:cNvSpPr/>
          <p:nvPr/>
        </p:nvSpPr>
        <p:spPr>
          <a:xfrm>
            <a:off x="41605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5" name="Shape 233"/>
          <p:cNvSpPr/>
          <p:nvPr/>
        </p:nvSpPr>
        <p:spPr>
          <a:xfrm>
            <a:off x="41605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6" name="Shape 234"/>
          <p:cNvSpPr/>
          <p:nvPr/>
        </p:nvSpPr>
        <p:spPr>
          <a:xfrm>
            <a:off x="41605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7" name="Shape 235"/>
          <p:cNvSpPr/>
          <p:nvPr/>
        </p:nvSpPr>
        <p:spPr>
          <a:xfrm>
            <a:off x="41605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8" name="Shape 236"/>
          <p:cNvSpPr/>
          <p:nvPr/>
        </p:nvSpPr>
        <p:spPr>
          <a:xfrm>
            <a:off x="41605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9" name="Shape 237"/>
          <p:cNvSpPr/>
          <p:nvPr/>
        </p:nvSpPr>
        <p:spPr>
          <a:xfrm>
            <a:off x="41605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0" name="Shape 238"/>
          <p:cNvSpPr/>
          <p:nvPr/>
        </p:nvSpPr>
        <p:spPr>
          <a:xfrm>
            <a:off x="44805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1" name="Shape 239"/>
          <p:cNvSpPr/>
          <p:nvPr/>
        </p:nvSpPr>
        <p:spPr>
          <a:xfrm>
            <a:off x="44805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2" name="Shape 240"/>
          <p:cNvSpPr/>
          <p:nvPr/>
        </p:nvSpPr>
        <p:spPr>
          <a:xfrm>
            <a:off x="44805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3" name="Shape 241"/>
          <p:cNvSpPr/>
          <p:nvPr/>
        </p:nvSpPr>
        <p:spPr>
          <a:xfrm>
            <a:off x="44805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4" name="Shape 242"/>
          <p:cNvSpPr/>
          <p:nvPr/>
        </p:nvSpPr>
        <p:spPr>
          <a:xfrm>
            <a:off x="44805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5" name="Shape 243"/>
          <p:cNvSpPr/>
          <p:nvPr/>
        </p:nvSpPr>
        <p:spPr>
          <a:xfrm>
            <a:off x="44805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6" name="Shape 244"/>
          <p:cNvSpPr/>
          <p:nvPr/>
        </p:nvSpPr>
        <p:spPr>
          <a:xfrm>
            <a:off x="44805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7" name="Shape 245"/>
          <p:cNvSpPr/>
          <p:nvPr/>
        </p:nvSpPr>
        <p:spPr>
          <a:xfrm>
            <a:off x="44805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8" name="Shape 246"/>
          <p:cNvSpPr/>
          <p:nvPr/>
        </p:nvSpPr>
        <p:spPr>
          <a:xfrm>
            <a:off x="44805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9" name="Shape 247"/>
          <p:cNvSpPr/>
          <p:nvPr/>
        </p:nvSpPr>
        <p:spPr>
          <a:xfrm>
            <a:off x="44805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0" name="Shape 248"/>
          <p:cNvSpPr/>
          <p:nvPr/>
        </p:nvSpPr>
        <p:spPr>
          <a:xfrm>
            <a:off x="44805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1" name="Shape 249"/>
          <p:cNvSpPr/>
          <p:nvPr/>
        </p:nvSpPr>
        <p:spPr>
          <a:xfrm>
            <a:off x="44805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2" name="Shape 250"/>
          <p:cNvSpPr/>
          <p:nvPr/>
        </p:nvSpPr>
        <p:spPr>
          <a:xfrm>
            <a:off x="44805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3" name="Shape 251"/>
          <p:cNvSpPr/>
          <p:nvPr/>
        </p:nvSpPr>
        <p:spPr>
          <a:xfrm>
            <a:off x="44805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4" name="Shape 252"/>
          <p:cNvSpPr/>
          <p:nvPr/>
        </p:nvSpPr>
        <p:spPr>
          <a:xfrm>
            <a:off x="44805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5" name="Shape 253"/>
          <p:cNvSpPr/>
          <p:nvPr/>
        </p:nvSpPr>
        <p:spPr>
          <a:xfrm>
            <a:off x="44805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6" name="Shape 254"/>
          <p:cNvSpPr/>
          <p:nvPr/>
        </p:nvSpPr>
        <p:spPr>
          <a:xfrm>
            <a:off x="44805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7" name="Shape 255"/>
          <p:cNvSpPr/>
          <p:nvPr/>
        </p:nvSpPr>
        <p:spPr>
          <a:xfrm>
            <a:off x="48006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8" name="Shape 256"/>
          <p:cNvSpPr/>
          <p:nvPr/>
        </p:nvSpPr>
        <p:spPr>
          <a:xfrm>
            <a:off x="48006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9" name="Shape 257"/>
          <p:cNvSpPr/>
          <p:nvPr/>
        </p:nvSpPr>
        <p:spPr>
          <a:xfrm>
            <a:off x="48006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0" name="Shape 258"/>
          <p:cNvSpPr/>
          <p:nvPr/>
        </p:nvSpPr>
        <p:spPr>
          <a:xfrm>
            <a:off x="48006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1" name="Shape 259"/>
          <p:cNvSpPr/>
          <p:nvPr/>
        </p:nvSpPr>
        <p:spPr>
          <a:xfrm>
            <a:off x="48006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2" name="Shape 260"/>
          <p:cNvSpPr/>
          <p:nvPr/>
        </p:nvSpPr>
        <p:spPr>
          <a:xfrm>
            <a:off x="48006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3" name="Shape 261"/>
          <p:cNvSpPr/>
          <p:nvPr/>
        </p:nvSpPr>
        <p:spPr>
          <a:xfrm>
            <a:off x="48006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4" name="Shape 262"/>
          <p:cNvSpPr/>
          <p:nvPr/>
        </p:nvSpPr>
        <p:spPr>
          <a:xfrm>
            <a:off x="48006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5" name="Shape 263"/>
          <p:cNvSpPr/>
          <p:nvPr/>
        </p:nvSpPr>
        <p:spPr>
          <a:xfrm>
            <a:off x="48006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6" name="Shape 264"/>
          <p:cNvSpPr/>
          <p:nvPr/>
        </p:nvSpPr>
        <p:spPr>
          <a:xfrm>
            <a:off x="48006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7" name="Shape 265"/>
          <p:cNvSpPr/>
          <p:nvPr/>
        </p:nvSpPr>
        <p:spPr>
          <a:xfrm>
            <a:off x="48006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8" name="Shape 266"/>
          <p:cNvSpPr/>
          <p:nvPr/>
        </p:nvSpPr>
        <p:spPr>
          <a:xfrm>
            <a:off x="48006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9" name="Shape 267"/>
          <p:cNvSpPr/>
          <p:nvPr/>
        </p:nvSpPr>
        <p:spPr>
          <a:xfrm>
            <a:off x="48006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0" name="Shape 268"/>
          <p:cNvSpPr/>
          <p:nvPr/>
        </p:nvSpPr>
        <p:spPr>
          <a:xfrm>
            <a:off x="48006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1" name="Shape 269"/>
          <p:cNvSpPr/>
          <p:nvPr/>
        </p:nvSpPr>
        <p:spPr>
          <a:xfrm>
            <a:off x="48006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2" name="Shape 270"/>
          <p:cNvSpPr/>
          <p:nvPr/>
        </p:nvSpPr>
        <p:spPr>
          <a:xfrm>
            <a:off x="48006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3" name="Shape 271"/>
          <p:cNvSpPr/>
          <p:nvPr/>
        </p:nvSpPr>
        <p:spPr>
          <a:xfrm>
            <a:off x="48006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4" name="Shape 272"/>
          <p:cNvSpPr/>
          <p:nvPr/>
        </p:nvSpPr>
        <p:spPr>
          <a:xfrm>
            <a:off x="51206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5" name="Shape 273"/>
          <p:cNvSpPr/>
          <p:nvPr/>
        </p:nvSpPr>
        <p:spPr>
          <a:xfrm>
            <a:off x="51206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6" name="Shape 274"/>
          <p:cNvSpPr/>
          <p:nvPr/>
        </p:nvSpPr>
        <p:spPr>
          <a:xfrm>
            <a:off x="51206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7" name="Shape 275"/>
          <p:cNvSpPr/>
          <p:nvPr/>
        </p:nvSpPr>
        <p:spPr>
          <a:xfrm>
            <a:off x="51206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8" name="Shape 276"/>
          <p:cNvSpPr/>
          <p:nvPr/>
        </p:nvSpPr>
        <p:spPr>
          <a:xfrm>
            <a:off x="51206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9" name="Shape 277"/>
          <p:cNvSpPr/>
          <p:nvPr/>
        </p:nvSpPr>
        <p:spPr>
          <a:xfrm>
            <a:off x="51206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0" name="Shape 278"/>
          <p:cNvSpPr/>
          <p:nvPr/>
        </p:nvSpPr>
        <p:spPr>
          <a:xfrm>
            <a:off x="51206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1" name="Shape 279"/>
          <p:cNvSpPr/>
          <p:nvPr/>
        </p:nvSpPr>
        <p:spPr>
          <a:xfrm>
            <a:off x="51206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2" name="Shape 280"/>
          <p:cNvSpPr/>
          <p:nvPr/>
        </p:nvSpPr>
        <p:spPr>
          <a:xfrm>
            <a:off x="51206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3" name="Shape 281"/>
          <p:cNvSpPr/>
          <p:nvPr/>
        </p:nvSpPr>
        <p:spPr>
          <a:xfrm>
            <a:off x="51206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4" name="Shape 282"/>
          <p:cNvSpPr/>
          <p:nvPr/>
        </p:nvSpPr>
        <p:spPr>
          <a:xfrm>
            <a:off x="51206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5" name="Shape 283"/>
          <p:cNvSpPr/>
          <p:nvPr/>
        </p:nvSpPr>
        <p:spPr>
          <a:xfrm>
            <a:off x="51206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6" name="Shape 284"/>
          <p:cNvSpPr/>
          <p:nvPr/>
        </p:nvSpPr>
        <p:spPr>
          <a:xfrm>
            <a:off x="51206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7" name="Shape 285"/>
          <p:cNvSpPr/>
          <p:nvPr/>
        </p:nvSpPr>
        <p:spPr>
          <a:xfrm>
            <a:off x="51206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8" name="Shape 286"/>
          <p:cNvSpPr/>
          <p:nvPr/>
        </p:nvSpPr>
        <p:spPr>
          <a:xfrm>
            <a:off x="51206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9" name="Shape 287"/>
          <p:cNvSpPr/>
          <p:nvPr/>
        </p:nvSpPr>
        <p:spPr>
          <a:xfrm>
            <a:off x="51206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0" name="Shape 288"/>
          <p:cNvSpPr/>
          <p:nvPr/>
        </p:nvSpPr>
        <p:spPr>
          <a:xfrm>
            <a:off x="51206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1" name="Shape 289"/>
          <p:cNvSpPr/>
          <p:nvPr/>
        </p:nvSpPr>
        <p:spPr>
          <a:xfrm>
            <a:off x="54406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2" name="Shape 290"/>
          <p:cNvSpPr/>
          <p:nvPr/>
        </p:nvSpPr>
        <p:spPr>
          <a:xfrm>
            <a:off x="54406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3" name="Shape 291"/>
          <p:cNvSpPr/>
          <p:nvPr/>
        </p:nvSpPr>
        <p:spPr>
          <a:xfrm>
            <a:off x="54406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4" name="Shape 292"/>
          <p:cNvSpPr/>
          <p:nvPr/>
        </p:nvSpPr>
        <p:spPr>
          <a:xfrm>
            <a:off x="54406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5" name="Shape 293"/>
          <p:cNvSpPr/>
          <p:nvPr/>
        </p:nvSpPr>
        <p:spPr>
          <a:xfrm>
            <a:off x="54406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6" name="Shape 294"/>
          <p:cNvSpPr/>
          <p:nvPr/>
        </p:nvSpPr>
        <p:spPr>
          <a:xfrm>
            <a:off x="54406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7" name="Shape 295"/>
          <p:cNvSpPr/>
          <p:nvPr/>
        </p:nvSpPr>
        <p:spPr>
          <a:xfrm>
            <a:off x="54406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8" name="Shape 296"/>
          <p:cNvSpPr/>
          <p:nvPr/>
        </p:nvSpPr>
        <p:spPr>
          <a:xfrm>
            <a:off x="54406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9" name="Shape 297"/>
          <p:cNvSpPr/>
          <p:nvPr/>
        </p:nvSpPr>
        <p:spPr>
          <a:xfrm>
            <a:off x="54406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0" name="Shape 298"/>
          <p:cNvSpPr/>
          <p:nvPr/>
        </p:nvSpPr>
        <p:spPr>
          <a:xfrm>
            <a:off x="54406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1" name="Shape 299"/>
          <p:cNvSpPr/>
          <p:nvPr/>
        </p:nvSpPr>
        <p:spPr>
          <a:xfrm>
            <a:off x="54406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2" name="Shape 300"/>
          <p:cNvSpPr/>
          <p:nvPr/>
        </p:nvSpPr>
        <p:spPr>
          <a:xfrm>
            <a:off x="54406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3" name="Shape 301"/>
          <p:cNvSpPr/>
          <p:nvPr/>
        </p:nvSpPr>
        <p:spPr>
          <a:xfrm>
            <a:off x="54406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4" name="Shape 302"/>
          <p:cNvSpPr/>
          <p:nvPr/>
        </p:nvSpPr>
        <p:spPr>
          <a:xfrm>
            <a:off x="54406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5" name="Shape 303"/>
          <p:cNvSpPr/>
          <p:nvPr/>
        </p:nvSpPr>
        <p:spPr>
          <a:xfrm>
            <a:off x="54406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6" name="Shape 304"/>
          <p:cNvSpPr/>
          <p:nvPr/>
        </p:nvSpPr>
        <p:spPr>
          <a:xfrm>
            <a:off x="54406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7" name="Shape 305"/>
          <p:cNvSpPr/>
          <p:nvPr/>
        </p:nvSpPr>
        <p:spPr>
          <a:xfrm>
            <a:off x="54406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8" name="Shape 306"/>
          <p:cNvSpPr/>
          <p:nvPr/>
        </p:nvSpPr>
        <p:spPr>
          <a:xfrm>
            <a:off x="57607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9" name="Shape 307"/>
          <p:cNvSpPr/>
          <p:nvPr/>
        </p:nvSpPr>
        <p:spPr>
          <a:xfrm>
            <a:off x="57607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0" name="Shape 308"/>
          <p:cNvSpPr/>
          <p:nvPr/>
        </p:nvSpPr>
        <p:spPr>
          <a:xfrm>
            <a:off x="57607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1" name="Shape 309"/>
          <p:cNvSpPr/>
          <p:nvPr/>
        </p:nvSpPr>
        <p:spPr>
          <a:xfrm>
            <a:off x="57607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2" name="Shape 310"/>
          <p:cNvSpPr/>
          <p:nvPr/>
        </p:nvSpPr>
        <p:spPr>
          <a:xfrm>
            <a:off x="57607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3" name="Shape 311"/>
          <p:cNvSpPr/>
          <p:nvPr/>
        </p:nvSpPr>
        <p:spPr>
          <a:xfrm>
            <a:off x="57607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4" name="Shape 312"/>
          <p:cNvSpPr/>
          <p:nvPr/>
        </p:nvSpPr>
        <p:spPr>
          <a:xfrm>
            <a:off x="57607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5" name="Shape 313"/>
          <p:cNvSpPr/>
          <p:nvPr/>
        </p:nvSpPr>
        <p:spPr>
          <a:xfrm>
            <a:off x="57607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6" name="Shape 314"/>
          <p:cNvSpPr/>
          <p:nvPr/>
        </p:nvSpPr>
        <p:spPr>
          <a:xfrm>
            <a:off x="57607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7" name="Shape 315"/>
          <p:cNvSpPr/>
          <p:nvPr/>
        </p:nvSpPr>
        <p:spPr>
          <a:xfrm>
            <a:off x="57607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8" name="Shape 316"/>
          <p:cNvSpPr/>
          <p:nvPr/>
        </p:nvSpPr>
        <p:spPr>
          <a:xfrm>
            <a:off x="57607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9" name="Shape 317"/>
          <p:cNvSpPr/>
          <p:nvPr/>
        </p:nvSpPr>
        <p:spPr>
          <a:xfrm>
            <a:off x="57607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0" name="Shape 318"/>
          <p:cNvSpPr/>
          <p:nvPr/>
        </p:nvSpPr>
        <p:spPr>
          <a:xfrm>
            <a:off x="57607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1" name="Shape 319"/>
          <p:cNvSpPr/>
          <p:nvPr/>
        </p:nvSpPr>
        <p:spPr>
          <a:xfrm>
            <a:off x="57607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2" name="Shape 320"/>
          <p:cNvSpPr/>
          <p:nvPr/>
        </p:nvSpPr>
        <p:spPr>
          <a:xfrm>
            <a:off x="57607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3" name="Shape 321"/>
          <p:cNvSpPr/>
          <p:nvPr/>
        </p:nvSpPr>
        <p:spPr>
          <a:xfrm>
            <a:off x="57607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4" name="Shape 322"/>
          <p:cNvSpPr/>
          <p:nvPr/>
        </p:nvSpPr>
        <p:spPr>
          <a:xfrm>
            <a:off x="57607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5" name="Shape 323"/>
          <p:cNvSpPr/>
          <p:nvPr/>
        </p:nvSpPr>
        <p:spPr>
          <a:xfrm>
            <a:off x="60807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6" name="Shape 324"/>
          <p:cNvSpPr/>
          <p:nvPr/>
        </p:nvSpPr>
        <p:spPr>
          <a:xfrm>
            <a:off x="60807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7" name="Shape 325"/>
          <p:cNvSpPr/>
          <p:nvPr/>
        </p:nvSpPr>
        <p:spPr>
          <a:xfrm>
            <a:off x="60807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8" name="Shape 326"/>
          <p:cNvSpPr/>
          <p:nvPr/>
        </p:nvSpPr>
        <p:spPr>
          <a:xfrm>
            <a:off x="60807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9" name="Shape 327"/>
          <p:cNvSpPr/>
          <p:nvPr/>
        </p:nvSpPr>
        <p:spPr>
          <a:xfrm>
            <a:off x="60807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0" name="Shape 328"/>
          <p:cNvSpPr/>
          <p:nvPr/>
        </p:nvSpPr>
        <p:spPr>
          <a:xfrm>
            <a:off x="60807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1" name="Shape 329"/>
          <p:cNvSpPr/>
          <p:nvPr/>
        </p:nvSpPr>
        <p:spPr>
          <a:xfrm>
            <a:off x="60807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2" name="Shape 330"/>
          <p:cNvSpPr/>
          <p:nvPr/>
        </p:nvSpPr>
        <p:spPr>
          <a:xfrm>
            <a:off x="60807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3" name="Shape 331"/>
          <p:cNvSpPr/>
          <p:nvPr/>
        </p:nvSpPr>
        <p:spPr>
          <a:xfrm>
            <a:off x="60807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4" name="Shape 332"/>
          <p:cNvSpPr/>
          <p:nvPr/>
        </p:nvSpPr>
        <p:spPr>
          <a:xfrm>
            <a:off x="60807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5" name="Shape 333"/>
          <p:cNvSpPr/>
          <p:nvPr/>
        </p:nvSpPr>
        <p:spPr>
          <a:xfrm>
            <a:off x="60807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6" name="Shape 334"/>
          <p:cNvSpPr/>
          <p:nvPr/>
        </p:nvSpPr>
        <p:spPr>
          <a:xfrm>
            <a:off x="60807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7" name="Shape 335"/>
          <p:cNvSpPr/>
          <p:nvPr/>
        </p:nvSpPr>
        <p:spPr>
          <a:xfrm>
            <a:off x="60807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8" name="Shape 336"/>
          <p:cNvSpPr/>
          <p:nvPr/>
        </p:nvSpPr>
        <p:spPr>
          <a:xfrm>
            <a:off x="60807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9" name="Shape 337"/>
          <p:cNvSpPr/>
          <p:nvPr/>
        </p:nvSpPr>
        <p:spPr>
          <a:xfrm>
            <a:off x="60807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0" name="Shape 338"/>
          <p:cNvSpPr/>
          <p:nvPr/>
        </p:nvSpPr>
        <p:spPr>
          <a:xfrm>
            <a:off x="60807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1" name="Shape 339"/>
          <p:cNvSpPr/>
          <p:nvPr/>
        </p:nvSpPr>
        <p:spPr>
          <a:xfrm>
            <a:off x="60807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2" name="Shape 340"/>
          <p:cNvSpPr/>
          <p:nvPr/>
        </p:nvSpPr>
        <p:spPr>
          <a:xfrm>
            <a:off x="64008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3" name="Shape 341"/>
          <p:cNvSpPr/>
          <p:nvPr/>
        </p:nvSpPr>
        <p:spPr>
          <a:xfrm>
            <a:off x="64008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4" name="Shape 342"/>
          <p:cNvSpPr/>
          <p:nvPr/>
        </p:nvSpPr>
        <p:spPr>
          <a:xfrm>
            <a:off x="64008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5" name="Shape 343"/>
          <p:cNvSpPr/>
          <p:nvPr/>
        </p:nvSpPr>
        <p:spPr>
          <a:xfrm>
            <a:off x="64008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6" name="Shape 344"/>
          <p:cNvSpPr/>
          <p:nvPr/>
        </p:nvSpPr>
        <p:spPr>
          <a:xfrm>
            <a:off x="64008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7" name="Shape 345"/>
          <p:cNvSpPr/>
          <p:nvPr/>
        </p:nvSpPr>
        <p:spPr>
          <a:xfrm>
            <a:off x="64008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8" name="Shape 346"/>
          <p:cNvSpPr/>
          <p:nvPr/>
        </p:nvSpPr>
        <p:spPr>
          <a:xfrm>
            <a:off x="64008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9" name="Shape 347"/>
          <p:cNvSpPr/>
          <p:nvPr/>
        </p:nvSpPr>
        <p:spPr>
          <a:xfrm>
            <a:off x="64008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0" name="Shape 348"/>
          <p:cNvSpPr/>
          <p:nvPr/>
        </p:nvSpPr>
        <p:spPr>
          <a:xfrm>
            <a:off x="64008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1" name="Shape 349"/>
          <p:cNvSpPr/>
          <p:nvPr/>
        </p:nvSpPr>
        <p:spPr>
          <a:xfrm>
            <a:off x="64008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2" name="Shape 350"/>
          <p:cNvSpPr/>
          <p:nvPr/>
        </p:nvSpPr>
        <p:spPr>
          <a:xfrm>
            <a:off x="64008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3" name="Shape 351"/>
          <p:cNvSpPr/>
          <p:nvPr/>
        </p:nvSpPr>
        <p:spPr>
          <a:xfrm>
            <a:off x="64008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4" name="Shape 352"/>
          <p:cNvSpPr/>
          <p:nvPr/>
        </p:nvSpPr>
        <p:spPr>
          <a:xfrm>
            <a:off x="64008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5" name="Shape 353"/>
          <p:cNvSpPr/>
          <p:nvPr/>
        </p:nvSpPr>
        <p:spPr>
          <a:xfrm>
            <a:off x="64008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6" name="Shape 354"/>
          <p:cNvSpPr/>
          <p:nvPr/>
        </p:nvSpPr>
        <p:spPr>
          <a:xfrm>
            <a:off x="64008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7" name="Shape 355"/>
          <p:cNvSpPr/>
          <p:nvPr/>
        </p:nvSpPr>
        <p:spPr>
          <a:xfrm>
            <a:off x="64008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8" name="Shape 356"/>
          <p:cNvSpPr/>
          <p:nvPr/>
        </p:nvSpPr>
        <p:spPr>
          <a:xfrm>
            <a:off x="64008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9" name="Shape 357"/>
          <p:cNvSpPr/>
          <p:nvPr/>
        </p:nvSpPr>
        <p:spPr>
          <a:xfrm>
            <a:off x="67208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0" name="Shape 358"/>
          <p:cNvSpPr/>
          <p:nvPr/>
        </p:nvSpPr>
        <p:spPr>
          <a:xfrm>
            <a:off x="67208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1" name="Shape 359"/>
          <p:cNvSpPr/>
          <p:nvPr/>
        </p:nvSpPr>
        <p:spPr>
          <a:xfrm>
            <a:off x="67208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2" name="Shape 360"/>
          <p:cNvSpPr/>
          <p:nvPr/>
        </p:nvSpPr>
        <p:spPr>
          <a:xfrm>
            <a:off x="67208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3" name="Shape 361"/>
          <p:cNvSpPr/>
          <p:nvPr/>
        </p:nvSpPr>
        <p:spPr>
          <a:xfrm>
            <a:off x="67208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4" name="Shape 362"/>
          <p:cNvSpPr/>
          <p:nvPr/>
        </p:nvSpPr>
        <p:spPr>
          <a:xfrm>
            <a:off x="67208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5" name="Shape 363"/>
          <p:cNvSpPr/>
          <p:nvPr/>
        </p:nvSpPr>
        <p:spPr>
          <a:xfrm>
            <a:off x="67208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6" name="Shape 364"/>
          <p:cNvSpPr/>
          <p:nvPr/>
        </p:nvSpPr>
        <p:spPr>
          <a:xfrm>
            <a:off x="67208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7" name="Shape 365"/>
          <p:cNvSpPr/>
          <p:nvPr/>
        </p:nvSpPr>
        <p:spPr>
          <a:xfrm>
            <a:off x="67208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8" name="Shape 366"/>
          <p:cNvSpPr/>
          <p:nvPr/>
        </p:nvSpPr>
        <p:spPr>
          <a:xfrm>
            <a:off x="67208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9" name="Shape 367"/>
          <p:cNvSpPr/>
          <p:nvPr/>
        </p:nvSpPr>
        <p:spPr>
          <a:xfrm>
            <a:off x="67208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0" name="Shape 368"/>
          <p:cNvSpPr/>
          <p:nvPr/>
        </p:nvSpPr>
        <p:spPr>
          <a:xfrm>
            <a:off x="67208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1" name="Shape 369"/>
          <p:cNvSpPr/>
          <p:nvPr/>
        </p:nvSpPr>
        <p:spPr>
          <a:xfrm>
            <a:off x="67208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2" name="Shape 370"/>
          <p:cNvSpPr/>
          <p:nvPr/>
        </p:nvSpPr>
        <p:spPr>
          <a:xfrm>
            <a:off x="67208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3" name="Shape 371"/>
          <p:cNvSpPr/>
          <p:nvPr/>
        </p:nvSpPr>
        <p:spPr>
          <a:xfrm>
            <a:off x="67208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4" name="Shape 372"/>
          <p:cNvSpPr/>
          <p:nvPr/>
        </p:nvSpPr>
        <p:spPr>
          <a:xfrm>
            <a:off x="67208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5" name="Shape 373"/>
          <p:cNvSpPr/>
          <p:nvPr/>
        </p:nvSpPr>
        <p:spPr>
          <a:xfrm>
            <a:off x="67208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6" name="Shape 374"/>
          <p:cNvSpPr/>
          <p:nvPr/>
        </p:nvSpPr>
        <p:spPr>
          <a:xfrm>
            <a:off x="70408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7" name="Shape 375"/>
          <p:cNvSpPr/>
          <p:nvPr/>
        </p:nvSpPr>
        <p:spPr>
          <a:xfrm>
            <a:off x="70408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8" name="Shape 376"/>
          <p:cNvSpPr/>
          <p:nvPr/>
        </p:nvSpPr>
        <p:spPr>
          <a:xfrm>
            <a:off x="70408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9" name="Shape 377"/>
          <p:cNvSpPr/>
          <p:nvPr/>
        </p:nvSpPr>
        <p:spPr>
          <a:xfrm>
            <a:off x="70408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0" name="Shape 378"/>
          <p:cNvSpPr/>
          <p:nvPr/>
        </p:nvSpPr>
        <p:spPr>
          <a:xfrm>
            <a:off x="70408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1" name="Shape 379"/>
          <p:cNvSpPr/>
          <p:nvPr/>
        </p:nvSpPr>
        <p:spPr>
          <a:xfrm>
            <a:off x="70408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2" name="Shape 380"/>
          <p:cNvSpPr/>
          <p:nvPr/>
        </p:nvSpPr>
        <p:spPr>
          <a:xfrm>
            <a:off x="70408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3" name="Shape 381"/>
          <p:cNvSpPr/>
          <p:nvPr/>
        </p:nvSpPr>
        <p:spPr>
          <a:xfrm>
            <a:off x="70408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4" name="Shape 382"/>
          <p:cNvSpPr/>
          <p:nvPr/>
        </p:nvSpPr>
        <p:spPr>
          <a:xfrm>
            <a:off x="70408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5" name="Shape 383"/>
          <p:cNvSpPr/>
          <p:nvPr/>
        </p:nvSpPr>
        <p:spPr>
          <a:xfrm>
            <a:off x="70408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6" name="Shape 384"/>
          <p:cNvSpPr/>
          <p:nvPr/>
        </p:nvSpPr>
        <p:spPr>
          <a:xfrm>
            <a:off x="70408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7" name="Shape 385"/>
          <p:cNvSpPr/>
          <p:nvPr/>
        </p:nvSpPr>
        <p:spPr>
          <a:xfrm>
            <a:off x="70408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8" name="Shape 386"/>
          <p:cNvSpPr/>
          <p:nvPr/>
        </p:nvSpPr>
        <p:spPr>
          <a:xfrm>
            <a:off x="70408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9" name="Shape 387"/>
          <p:cNvSpPr/>
          <p:nvPr/>
        </p:nvSpPr>
        <p:spPr>
          <a:xfrm>
            <a:off x="70408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0" name="Shape 388"/>
          <p:cNvSpPr/>
          <p:nvPr/>
        </p:nvSpPr>
        <p:spPr>
          <a:xfrm>
            <a:off x="70408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1" name="Shape 389"/>
          <p:cNvSpPr/>
          <p:nvPr/>
        </p:nvSpPr>
        <p:spPr>
          <a:xfrm>
            <a:off x="70408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2" name="Shape 390"/>
          <p:cNvSpPr/>
          <p:nvPr/>
        </p:nvSpPr>
        <p:spPr>
          <a:xfrm>
            <a:off x="70408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3" name="Shape 391"/>
          <p:cNvSpPr/>
          <p:nvPr/>
        </p:nvSpPr>
        <p:spPr>
          <a:xfrm>
            <a:off x="73609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4" name="Shape 392"/>
          <p:cNvSpPr/>
          <p:nvPr/>
        </p:nvSpPr>
        <p:spPr>
          <a:xfrm>
            <a:off x="73609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5" name="Shape 393"/>
          <p:cNvSpPr/>
          <p:nvPr/>
        </p:nvSpPr>
        <p:spPr>
          <a:xfrm>
            <a:off x="73609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6" name="Shape 394"/>
          <p:cNvSpPr/>
          <p:nvPr/>
        </p:nvSpPr>
        <p:spPr>
          <a:xfrm>
            <a:off x="73609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7" name="Shape 395"/>
          <p:cNvSpPr/>
          <p:nvPr/>
        </p:nvSpPr>
        <p:spPr>
          <a:xfrm>
            <a:off x="73609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8" name="Shape 396"/>
          <p:cNvSpPr/>
          <p:nvPr/>
        </p:nvSpPr>
        <p:spPr>
          <a:xfrm>
            <a:off x="73609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9" name="Shape 397"/>
          <p:cNvSpPr/>
          <p:nvPr/>
        </p:nvSpPr>
        <p:spPr>
          <a:xfrm>
            <a:off x="73609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0" name="Shape 398"/>
          <p:cNvSpPr/>
          <p:nvPr/>
        </p:nvSpPr>
        <p:spPr>
          <a:xfrm>
            <a:off x="73609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1" name="Shape 399"/>
          <p:cNvSpPr/>
          <p:nvPr/>
        </p:nvSpPr>
        <p:spPr>
          <a:xfrm>
            <a:off x="73609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2" name="Shape 400"/>
          <p:cNvSpPr/>
          <p:nvPr/>
        </p:nvSpPr>
        <p:spPr>
          <a:xfrm>
            <a:off x="73609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3" name="Shape 401"/>
          <p:cNvSpPr/>
          <p:nvPr/>
        </p:nvSpPr>
        <p:spPr>
          <a:xfrm>
            <a:off x="73609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4" name="Shape 402"/>
          <p:cNvSpPr/>
          <p:nvPr/>
        </p:nvSpPr>
        <p:spPr>
          <a:xfrm>
            <a:off x="73609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5" name="Shape 403"/>
          <p:cNvSpPr/>
          <p:nvPr/>
        </p:nvSpPr>
        <p:spPr>
          <a:xfrm>
            <a:off x="73609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6" name="Shape 404"/>
          <p:cNvSpPr/>
          <p:nvPr/>
        </p:nvSpPr>
        <p:spPr>
          <a:xfrm>
            <a:off x="73609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7" name="Shape 405"/>
          <p:cNvSpPr/>
          <p:nvPr/>
        </p:nvSpPr>
        <p:spPr>
          <a:xfrm>
            <a:off x="73609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8" name="Shape 406"/>
          <p:cNvSpPr/>
          <p:nvPr/>
        </p:nvSpPr>
        <p:spPr>
          <a:xfrm>
            <a:off x="73609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9" name="Shape 407"/>
          <p:cNvSpPr/>
          <p:nvPr/>
        </p:nvSpPr>
        <p:spPr>
          <a:xfrm>
            <a:off x="73609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0" name="Shape 408"/>
          <p:cNvSpPr/>
          <p:nvPr/>
        </p:nvSpPr>
        <p:spPr>
          <a:xfrm>
            <a:off x="76809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1" name="Shape 409"/>
          <p:cNvSpPr/>
          <p:nvPr/>
        </p:nvSpPr>
        <p:spPr>
          <a:xfrm>
            <a:off x="76809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2" name="Shape 410"/>
          <p:cNvSpPr/>
          <p:nvPr/>
        </p:nvSpPr>
        <p:spPr>
          <a:xfrm>
            <a:off x="76809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3" name="Shape 411"/>
          <p:cNvSpPr/>
          <p:nvPr/>
        </p:nvSpPr>
        <p:spPr>
          <a:xfrm>
            <a:off x="76809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4" name="Shape 412"/>
          <p:cNvSpPr/>
          <p:nvPr/>
        </p:nvSpPr>
        <p:spPr>
          <a:xfrm>
            <a:off x="76809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5" name="Shape 413"/>
          <p:cNvSpPr/>
          <p:nvPr/>
        </p:nvSpPr>
        <p:spPr>
          <a:xfrm>
            <a:off x="76809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6" name="Shape 414"/>
          <p:cNvSpPr/>
          <p:nvPr/>
        </p:nvSpPr>
        <p:spPr>
          <a:xfrm>
            <a:off x="76809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7" name="Shape 415"/>
          <p:cNvSpPr/>
          <p:nvPr/>
        </p:nvSpPr>
        <p:spPr>
          <a:xfrm>
            <a:off x="76809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8" name="Shape 416"/>
          <p:cNvSpPr/>
          <p:nvPr/>
        </p:nvSpPr>
        <p:spPr>
          <a:xfrm>
            <a:off x="76809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9" name="Shape 417"/>
          <p:cNvSpPr/>
          <p:nvPr/>
        </p:nvSpPr>
        <p:spPr>
          <a:xfrm>
            <a:off x="76809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0" name="Shape 418"/>
          <p:cNvSpPr/>
          <p:nvPr/>
        </p:nvSpPr>
        <p:spPr>
          <a:xfrm>
            <a:off x="76809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1" name="Shape 419"/>
          <p:cNvSpPr/>
          <p:nvPr/>
        </p:nvSpPr>
        <p:spPr>
          <a:xfrm>
            <a:off x="76809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2" name="Shape 420"/>
          <p:cNvSpPr/>
          <p:nvPr/>
        </p:nvSpPr>
        <p:spPr>
          <a:xfrm>
            <a:off x="76809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3" name="Shape 421"/>
          <p:cNvSpPr/>
          <p:nvPr/>
        </p:nvSpPr>
        <p:spPr>
          <a:xfrm>
            <a:off x="76809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4" name="Shape 422"/>
          <p:cNvSpPr/>
          <p:nvPr/>
        </p:nvSpPr>
        <p:spPr>
          <a:xfrm>
            <a:off x="76809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5" name="Shape 423"/>
          <p:cNvSpPr/>
          <p:nvPr/>
        </p:nvSpPr>
        <p:spPr>
          <a:xfrm>
            <a:off x="76809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6" name="Shape 424"/>
          <p:cNvSpPr/>
          <p:nvPr/>
        </p:nvSpPr>
        <p:spPr>
          <a:xfrm>
            <a:off x="76809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7" name="Shape 425"/>
          <p:cNvSpPr/>
          <p:nvPr/>
        </p:nvSpPr>
        <p:spPr>
          <a:xfrm>
            <a:off x="80010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8" name="Shape 426"/>
          <p:cNvSpPr/>
          <p:nvPr/>
        </p:nvSpPr>
        <p:spPr>
          <a:xfrm>
            <a:off x="80010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9" name="Shape 427"/>
          <p:cNvSpPr/>
          <p:nvPr/>
        </p:nvSpPr>
        <p:spPr>
          <a:xfrm>
            <a:off x="80010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0" name="Shape 428"/>
          <p:cNvSpPr/>
          <p:nvPr/>
        </p:nvSpPr>
        <p:spPr>
          <a:xfrm>
            <a:off x="80010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1" name="Shape 429"/>
          <p:cNvSpPr/>
          <p:nvPr/>
        </p:nvSpPr>
        <p:spPr>
          <a:xfrm>
            <a:off x="80010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2" name="Shape 430"/>
          <p:cNvSpPr/>
          <p:nvPr/>
        </p:nvSpPr>
        <p:spPr>
          <a:xfrm>
            <a:off x="80010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3" name="Shape 431"/>
          <p:cNvSpPr/>
          <p:nvPr/>
        </p:nvSpPr>
        <p:spPr>
          <a:xfrm>
            <a:off x="80010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4" name="Shape 432"/>
          <p:cNvSpPr/>
          <p:nvPr/>
        </p:nvSpPr>
        <p:spPr>
          <a:xfrm>
            <a:off x="80010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5" name="Shape 433"/>
          <p:cNvSpPr/>
          <p:nvPr/>
        </p:nvSpPr>
        <p:spPr>
          <a:xfrm>
            <a:off x="80010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6" name="Shape 434"/>
          <p:cNvSpPr/>
          <p:nvPr/>
        </p:nvSpPr>
        <p:spPr>
          <a:xfrm>
            <a:off x="80010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7" name="Shape 435"/>
          <p:cNvSpPr/>
          <p:nvPr/>
        </p:nvSpPr>
        <p:spPr>
          <a:xfrm>
            <a:off x="80010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8" name="Shape 436"/>
          <p:cNvSpPr/>
          <p:nvPr/>
        </p:nvSpPr>
        <p:spPr>
          <a:xfrm>
            <a:off x="80010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9" name="Shape 437"/>
          <p:cNvSpPr/>
          <p:nvPr/>
        </p:nvSpPr>
        <p:spPr>
          <a:xfrm>
            <a:off x="80010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0" name="Shape 438"/>
          <p:cNvSpPr/>
          <p:nvPr/>
        </p:nvSpPr>
        <p:spPr>
          <a:xfrm>
            <a:off x="80010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1" name="Shape 439"/>
          <p:cNvSpPr/>
          <p:nvPr/>
        </p:nvSpPr>
        <p:spPr>
          <a:xfrm>
            <a:off x="80010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2" name="Shape 440"/>
          <p:cNvSpPr/>
          <p:nvPr/>
        </p:nvSpPr>
        <p:spPr>
          <a:xfrm>
            <a:off x="80010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3" name="Shape 441"/>
          <p:cNvSpPr/>
          <p:nvPr/>
        </p:nvSpPr>
        <p:spPr>
          <a:xfrm>
            <a:off x="80010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4" name="Shape 442"/>
          <p:cNvSpPr/>
          <p:nvPr/>
        </p:nvSpPr>
        <p:spPr>
          <a:xfrm>
            <a:off x="83210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5" name="Shape 443"/>
          <p:cNvSpPr/>
          <p:nvPr/>
        </p:nvSpPr>
        <p:spPr>
          <a:xfrm>
            <a:off x="83210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6" name="Shape 444"/>
          <p:cNvSpPr/>
          <p:nvPr/>
        </p:nvSpPr>
        <p:spPr>
          <a:xfrm>
            <a:off x="83210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7" name="Shape 445"/>
          <p:cNvSpPr/>
          <p:nvPr/>
        </p:nvSpPr>
        <p:spPr>
          <a:xfrm>
            <a:off x="83210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8" name="Shape 446"/>
          <p:cNvSpPr/>
          <p:nvPr/>
        </p:nvSpPr>
        <p:spPr>
          <a:xfrm>
            <a:off x="83210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9" name="Shape 447"/>
          <p:cNvSpPr/>
          <p:nvPr/>
        </p:nvSpPr>
        <p:spPr>
          <a:xfrm>
            <a:off x="83210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0" name="Shape 448"/>
          <p:cNvSpPr/>
          <p:nvPr/>
        </p:nvSpPr>
        <p:spPr>
          <a:xfrm>
            <a:off x="83210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1" name="Shape 449"/>
          <p:cNvSpPr/>
          <p:nvPr/>
        </p:nvSpPr>
        <p:spPr>
          <a:xfrm>
            <a:off x="83210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2" name="Shape 450"/>
          <p:cNvSpPr/>
          <p:nvPr/>
        </p:nvSpPr>
        <p:spPr>
          <a:xfrm>
            <a:off x="83210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3" name="Shape 451"/>
          <p:cNvSpPr/>
          <p:nvPr/>
        </p:nvSpPr>
        <p:spPr>
          <a:xfrm>
            <a:off x="83210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4" name="Shape 452"/>
          <p:cNvSpPr/>
          <p:nvPr/>
        </p:nvSpPr>
        <p:spPr>
          <a:xfrm>
            <a:off x="83210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5" name="Shape 453"/>
          <p:cNvSpPr/>
          <p:nvPr/>
        </p:nvSpPr>
        <p:spPr>
          <a:xfrm>
            <a:off x="83210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6" name="Shape 454"/>
          <p:cNvSpPr/>
          <p:nvPr/>
        </p:nvSpPr>
        <p:spPr>
          <a:xfrm>
            <a:off x="83210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7" name="Shape 455"/>
          <p:cNvSpPr/>
          <p:nvPr/>
        </p:nvSpPr>
        <p:spPr>
          <a:xfrm>
            <a:off x="83210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8" name="Shape 456"/>
          <p:cNvSpPr/>
          <p:nvPr/>
        </p:nvSpPr>
        <p:spPr>
          <a:xfrm>
            <a:off x="83210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9" name="Shape 457"/>
          <p:cNvSpPr/>
          <p:nvPr/>
        </p:nvSpPr>
        <p:spPr>
          <a:xfrm>
            <a:off x="83210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0" name="Shape 458"/>
          <p:cNvSpPr/>
          <p:nvPr/>
        </p:nvSpPr>
        <p:spPr>
          <a:xfrm>
            <a:off x="83210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1" name="Shape 459"/>
          <p:cNvSpPr/>
          <p:nvPr/>
        </p:nvSpPr>
        <p:spPr>
          <a:xfrm>
            <a:off x="86410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2" name="Shape 460"/>
          <p:cNvSpPr/>
          <p:nvPr/>
        </p:nvSpPr>
        <p:spPr>
          <a:xfrm>
            <a:off x="86410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3" name="Shape 461"/>
          <p:cNvSpPr/>
          <p:nvPr/>
        </p:nvSpPr>
        <p:spPr>
          <a:xfrm>
            <a:off x="86410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4" name="Shape 462"/>
          <p:cNvSpPr/>
          <p:nvPr/>
        </p:nvSpPr>
        <p:spPr>
          <a:xfrm>
            <a:off x="86410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5" name="Shape 463"/>
          <p:cNvSpPr/>
          <p:nvPr/>
        </p:nvSpPr>
        <p:spPr>
          <a:xfrm>
            <a:off x="86410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6" name="Shape 464"/>
          <p:cNvSpPr/>
          <p:nvPr/>
        </p:nvSpPr>
        <p:spPr>
          <a:xfrm>
            <a:off x="86410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7" name="Shape 465"/>
          <p:cNvSpPr/>
          <p:nvPr/>
        </p:nvSpPr>
        <p:spPr>
          <a:xfrm>
            <a:off x="86410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8" name="Shape 466"/>
          <p:cNvSpPr/>
          <p:nvPr/>
        </p:nvSpPr>
        <p:spPr>
          <a:xfrm>
            <a:off x="86410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9" name="Shape 467"/>
          <p:cNvSpPr/>
          <p:nvPr/>
        </p:nvSpPr>
        <p:spPr>
          <a:xfrm>
            <a:off x="86410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0" name="Shape 468"/>
          <p:cNvSpPr/>
          <p:nvPr/>
        </p:nvSpPr>
        <p:spPr>
          <a:xfrm>
            <a:off x="86410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1" name="Shape 469"/>
          <p:cNvSpPr/>
          <p:nvPr/>
        </p:nvSpPr>
        <p:spPr>
          <a:xfrm>
            <a:off x="86410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2" name="Shape 470"/>
          <p:cNvSpPr/>
          <p:nvPr/>
        </p:nvSpPr>
        <p:spPr>
          <a:xfrm>
            <a:off x="86410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3" name="Shape 471"/>
          <p:cNvSpPr/>
          <p:nvPr/>
        </p:nvSpPr>
        <p:spPr>
          <a:xfrm>
            <a:off x="86410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4" name="Shape 472"/>
          <p:cNvSpPr/>
          <p:nvPr/>
        </p:nvSpPr>
        <p:spPr>
          <a:xfrm>
            <a:off x="86410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5" name="Shape 473"/>
          <p:cNvSpPr/>
          <p:nvPr/>
        </p:nvSpPr>
        <p:spPr>
          <a:xfrm>
            <a:off x="86410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6" name="Shape 474"/>
          <p:cNvSpPr/>
          <p:nvPr/>
        </p:nvSpPr>
        <p:spPr>
          <a:xfrm>
            <a:off x="86410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7" name="Shape 475"/>
          <p:cNvSpPr/>
          <p:nvPr/>
        </p:nvSpPr>
        <p:spPr>
          <a:xfrm>
            <a:off x="86410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8" name="Shape 476"/>
          <p:cNvSpPr/>
          <p:nvPr/>
        </p:nvSpPr>
        <p:spPr>
          <a:xfrm>
            <a:off x="89611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9" name="Shape 477"/>
          <p:cNvSpPr/>
          <p:nvPr/>
        </p:nvSpPr>
        <p:spPr>
          <a:xfrm>
            <a:off x="89611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0" name="Shape 478"/>
          <p:cNvSpPr/>
          <p:nvPr/>
        </p:nvSpPr>
        <p:spPr>
          <a:xfrm>
            <a:off x="89611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1" name="Shape 479"/>
          <p:cNvSpPr/>
          <p:nvPr/>
        </p:nvSpPr>
        <p:spPr>
          <a:xfrm>
            <a:off x="89611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2" name="Shape 480"/>
          <p:cNvSpPr/>
          <p:nvPr/>
        </p:nvSpPr>
        <p:spPr>
          <a:xfrm>
            <a:off x="89611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3" name="Shape 481"/>
          <p:cNvSpPr/>
          <p:nvPr/>
        </p:nvSpPr>
        <p:spPr>
          <a:xfrm>
            <a:off x="89611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4" name="Shape 482"/>
          <p:cNvSpPr/>
          <p:nvPr/>
        </p:nvSpPr>
        <p:spPr>
          <a:xfrm>
            <a:off x="89611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5" name="Shape 483"/>
          <p:cNvSpPr/>
          <p:nvPr/>
        </p:nvSpPr>
        <p:spPr>
          <a:xfrm>
            <a:off x="89611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6" name="Shape 484"/>
          <p:cNvSpPr/>
          <p:nvPr/>
        </p:nvSpPr>
        <p:spPr>
          <a:xfrm>
            <a:off x="89611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7" name="Shape 485"/>
          <p:cNvSpPr/>
          <p:nvPr/>
        </p:nvSpPr>
        <p:spPr>
          <a:xfrm>
            <a:off x="89611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8" name="Shape 486"/>
          <p:cNvSpPr/>
          <p:nvPr/>
        </p:nvSpPr>
        <p:spPr>
          <a:xfrm>
            <a:off x="89611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9" name="Shape 487"/>
          <p:cNvSpPr/>
          <p:nvPr/>
        </p:nvSpPr>
        <p:spPr>
          <a:xfrm>
            <a:off x="89611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0" name="Shape 488"/>
          <p:cNvSpPr/>
          <p:nvPr/>
        </p:nvSpPr>
        <p:spPr>
          <a:xfrm>
            <a:off x="89611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1" name="Shape 489"/>
          <p:cNvSpPr/>
          <p:nvPr/>
        </p:nvSpPr>
        <p:spPr>
          <a:xfrm>
            <a:off x="89611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2" name="Shape 490"/>
          <p:cNvSpPr/>
          <p:nvPr/>
        </p:nvSpPr>
        <p:spPr>
          <a:xfrm>
            <a:off x="89611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3" name="Shape 491"/>
          <p:cNvSpPr/>
          <p:nvPr/>
        </p:nvSpPr>
        <p:spPr>
          <a:xfrm>
            <a:off x="89611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4" name="Shape 492"/>
          <p:cNvSpPr/>
          <p:nvPr/>
        </p:nvSpPr>
        <p:spPr>
          <a:xfrm>
            <a:off x="89611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5" name="Shape 49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6" name="Shape 494"/>
          <p:cNvSpPr/>
          <p:nvPr/>
        </p:nvSpPr>
        <p:spPr>
          <a:xfrm>
            <a:off x="365760" y="4846320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7" name="Text 495"/>
          <p:cNvSpPr/>
          <p:nvPr/>
        </p:nvSpPr>
        <p:spPr>
          <a:xfrm>
            <a:off x="548640" y="4773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Graphy</a:t>
            </a:r>
            <a:endParaRPr lang="en-US" sz="1000" dirty="0"/>
          </a:p>
        </p:txBody>
      </p:sp>
      <p:sp>
        <p:nvSpPr>
          <p:cNvPr id="498" name="Text 496"/>
          <p:cNvSpPr/>
          <p:nvPr/>
        </p:nvSpPr>
        <p:spPr>
          <a:xfrm>
            <a:off x="8046720" y="47731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499" name="Text 497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L'IDÉE</a:t>
            </a:r>
            <a:endParaRPr lang="en-US" sz="1100" dirty="0"/>
          </a:p>
        </p:txBody>
      </p:sp>
      <p:sp>
        <p:nvSpPr>
          <p:cNvPr id="500" name="Text 498"/>
          <p:cNvSpPr/>
          <p:nvPr/>
        </p:nvSpPr>
        <p:spPr>
          <a:xfrm>
            <a:off x="45720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code, </a:t>
            </a:r>
            <a:r>
              <a:rPr lang="en-US" sz="360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déjà un graphe</a:t>
            </a: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600" dirty="0"/>
          </a:p>
        </p:txBody>
      </p:sp>
      <p:sp>
        <p:nvSpPr>
          <p:cNvPr id="501" name="Text 499"/>
          <p:cNvSpPr/>
          <p:nvPr/>
        </p:nvSpPr>
        <p:spPr>
          <a:xfrm>
            <a:off x="457200" y="169164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fonctions qui s'appellent. Des modules qui dépendent les uns des autres. Des classes qui héritent. Pourquoi continuer à les afficher ligne par ligne ?</a:t>
            </a:r>
            <a:endParaRPr lang="en-US" sz="1600" dirty="0"/>
          </a:p>
        </p:txBody>
      </p:sp>
      <p:sp>
        <p:nvSpPr>
          <p:cNvPr id="502" name="Shape 500"/>
          <p:cNvSpPr/>
          <p:nvPr/>
        </p:nvSpPr>
        <p:spPr>
          <a:xfrm flipV="1">
            <a:off x="6382512" y="2589581"/>
            <a:ext cx="1602029" cy="482803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3" name="Shape 501"/>
          <p:cNvSpPr/>
          <p:nvPr/>
        </p:nvSpPr>
        <p:spPr>
          <a:xfrm>
            <a:off x="6382512" y="3072384"/>
            <a:ext cx="1700784" cy="71323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4" name="Shape 502"/>
          <p:cNvSpPr/>
          <p:nvPr/>
        </p:nvSpPr>
        <p:spPr>
          <a:xfrm flipH="1" flipV="1">
            <a:off x="5109667" y="2677363"/>
            <a:ext cx="1272845" cy="395021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5" name="Shape 503"/>
          <p:cNvSpPr/>
          <p:nvPr/>
        </p:nvSpPr>
        <p:spPr>
          <a:xfrm flipH="1">
            <a:off x="5427878" y="3072384"/>
            <a:ext cx="954634" cy="91074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6" name="Shape 504"/>
          <p:cNvSpPr/>
          <p:nvPr/>
        </p:nvSpPr>
        <p:spPr>
          <a:xfrm flipH="1" flipV="1">
            <a:off x="6958584" y="1344168"/>
            <a:ext cx="1025957" cy="1245413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7" name="Shape 505"/>
          <p:cNvSpPr/>
          <p:nvPr/>
        </p:nvSpPr>
        <p:spPr>
          <a:xfrm>
            <a:off x="7984541" y="2589581"/>
            <a:ext cx="1272845" cy="724205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8" name="Shape 506"/>
          <p:cNvSpPr/>
          <p:nvPr/>
        </p:nvSpPr>
        <p:spPr>
          <a:xfrm flipH="1">
            <a:off x="4100170" y="2677363"/>
            <a:ext cx="1009498" cy="74615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9" name="Shape 507"/>
          <p:cNvSpPr/>
          <p:nvPr/>
        </p:nvSpPr>
        <p:spPr>
          <a:xfrm flipV="1">
            <a:off x="5427878" y="3785616"/>
            <a:ext cx="2655418" cy="19751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0" name="Shape 508"/>
          <p:cNvSpPr/>
          <p:nvPr/>
        </p:nvSpPr>
        <p:spPr>
          <a:xfrm flipV="1">
            <a:off x="8083296" y="3313786"/>
            <a:ext cx="1174090" cy="47183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1" name="Shape 509"/>
          <p:cNvSpPr/>
          <p:nvPr/>
        </p:nvSpPr>
        <p:spPr>
          <a:xfrm>
            <a:off x="5109667" y="2677363"/>
            <a:ext cx="318211" cy="1305763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2" name="Shape 510"/>
          <p:cNvSpPr/>
          <p:nvPr/>
        </p:nvSpPr>
        <p:spPr>
          <a:xfrm>
            <a:off x="6086246" y="2776118"/>
            <a:ext cx="592531" cy="592531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3" name="Shape 511"/>
          <p:cNvSpPr/>
          <p:nvPr/>
        </p:nvSpPr>
        <p:spPr>
          <a:xfrm>
            <a:off x="6217920" y="2907792"/>
            <a:ext cx="329184" cy="329184"/>
          </a:xfrm>
          <a:prstGeom prst="ellipse">
            <a:avLst/>
          </a:prstGeom>
          <a:solidFill>
            <a:srgbClr val="22D3EE"/>
          </a:solidFill>
          <a:ln w="1905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4" name="Shape 512"/>
          <p:cNvSpPr/>
          <p:nvPr/>
        </p:nvSpPr>
        <p:spPr>
          <a:xfrm>
            <a:off x="7863840" y="2468880"/>
            <a:ext cx="241402" cy="241402"/>
          </a:xfrm>
          <a:prstGeom prst="ellipse">
            <a:avLst/>
          </a:prstGeom>
          <a:solidFill>
            <a:srgbClr val="A78BFA"/>
          </a:solidFill>
          <a:ln w="1905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5" name="Shape 513"/>
          <p:cNvSpPr/>
          <p:nvPr/>
        </p:nvSpPr>
        <p:spPr>
          <a:xfrm>
            <a:off x="7973568" y="3675888"/>
            <a:ext cx="219456" cy="219456"/>
          </a:xfrm>
          <a:prstGeom prst="ellipse">
            <a:avLst/>
          </a:prstGeom>
          <a:solidFill>
            <a:srgbClr val="F472B6"/>
          </a:solidFill>
          <a:ln w="1905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6" name="Shape 514"/>
          <p:cNvSpPr/>
          <p:nvPr/>
        </p:nvSpPr>
        <p:spPr>
          <a:xfrm>
            <a:off x="5010912" y="2578608"/>
            <a:ext cx="197510" cy="197510"/>
          </a:xfrm>
          <a:prstGeom prst="ellipse">
            <a:avLst/>
          </a:prstGeom>
          <a:solidFill>
            <a:srgbClr val="34D399"/>
          </a:solidFill>
          <a:ln w="1905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7" name="Shape 515"/>
          <p:cNvSpPr/>
          <p:nvPr/>
        </p:nvSpPr>
        <p:spPr>
          <a:xfrm>
            <a:off x="5340096" y="3895344"/>
            <a:ext cx="175565" cy="175565"/>
          </a:xfrm>
          <a:prstGeom prst="ellipse">
            <a:avLst/>
          </a:prstGeom>
          <a:solidFill>
            <a:srgbClr val="A78BFA"/>
          </a:solidFill>
          <a:ln w="1905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8" name="Shape 516"/>
          <p:cNvSpPr/>
          <p:nvPr/>
        </p:nvSpPr>
        <p:spPr>
          <a:xfrm>
            <a:off x="6876288" y="1261872"/>
            <a:ext cx="164592" cy="164592"/>
          </a:xfrm>
          <a:prstGeom prst="ellipse">
            <a:avLst/>
          </a:prstGeom>
          <a:solidFill>
            <a:srgbClr val="34D399"/>
          </a:solidFill>
          <a:ln w="1905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9" name="Shape 517"/>
          <p:cNvSpPr/>
          <p:nvPr/>
        </p:nvSpPr>
        <p:spPr>
          <a:xfrm>
            <a:off x="9180576" y="3236976"/>
            <a:ext cx="153619" cy="153619"/>
          </a:xfrm>
          <a:prstGeom prst="ellipse">
            <a:avLst/>
          </a:prstGeom>
          <a:solidFill>
            <a:srgbClr val="22D3EE"/>
          </a:solidFill>
          <a:ln w="1905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0" name="Shape 518"/>
          <p:cNvSpPr/>
          <p:nvPr/>
        </p:nvSpPr>
        <p:spPr>
          <a:xfrm>
            <a:off x="4023360" y="3346704"/>
            <a:ext cx="153619" cy="153619"/>
          </a:xfrm>
          <a:prstGeom prst="ellipse">
            <a:avLst/>
          </a:prstGeom>
          <a:solidFill>
            <a:srgbClr val="F472B6"/>
          </a:solidFill>
          <a:ln w="1905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1" name="Shape 519"/>
          <p:cNvSpPr/>
          <p:nvPr/>
        </p:nvSpPr>
        <p:spPr>
          <a:xfrm>
            <a:off x="457200" y="384048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2" name="Shape 520"/>
          <p:cNvSpPr/>
          <p:nvPr/>
        </p:nvSpPr>
        <p:spPr>
          <a:xfrm>
            <a:off x="457200" y="3840480"/>
            <a:ext cx="54864" cy="8229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3" name="Text 521"/>
          <p:cNvSpPr/>
          <p:nvPr/>
        </p:nvSpPr>
        <p:spPr>
          <a:xfrm>
            <a:off x="685800" y="38404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si on regardait le code comme on lit un schéma ?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00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200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200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200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200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200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200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200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3200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00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3200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200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3200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3200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200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6400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6400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6400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6400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6400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6400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6400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6400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6400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6400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6400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6400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6400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6400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6400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6400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6400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9601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9601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9601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9601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9601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Shape 56"/>
          <p:cNvSpPr/>
          <p:nvPr/>
        </p:nvSpPr>
        <p:spPr>
          <a:xfrm>
            <a:off x="9601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Shape 57"/>
          <p:cNvSpPr/>
          <p:nvPr/>
        </p:nvSpPr>
        <p:spPr>
          <a:xfrm>
            <a:off x="9601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9601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Shape 59"/>
          <p:cNvSpPr/>
          <p:nvPr/>
        </p:nvSpPr>
        <p:spPr>
          <a:xfrm>
            <a:off x="9601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Shape 60"/>
          <p:cNvSpPr/>
          <p:nvPr/>
        </p:nvSpPr>
        <p:spPr>
          <a:xfrm>
            <a:off x="9601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Shape 61"/>
          <p:cNvSpPr/>
          <p:nvPr/>
        </p:nvSpPr>
        <p:spPr>
          <a:xfrm>
            <a:off x="9601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Shape 62"/>
          <p:cNvSpPr/>
          <p:nvPr/>
        </p:nvSpPr>
        <p:spPr>
          <a:xfrm>
            <a:off x="9601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Shape 63"/>
          <p:cNvSpPr/>
          <p:nvPr/>
        </p:nvSpPr>
        <p:spPr>
          <a:xfrm>
            <a:off x="9601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Shape 64"/>
          <p:cNvSpPr/>
          <p:nvPr/>
        </p:nvSpPr>
        <p:spPr>
          <a:xfrm>
            <a:off x="9601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7" name="Shape 65"/>
          <p:cNvSpPr/>
          <p:nvPr/>
        </p:nvSpPr>
        <p:spPr>
          <a:xfrm>
            <a:off x="9601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8" name="Shape 66"/>
          <p:cNvSpPr/>
          <p:nvPr/>
        </p:nvSpPr>
        <p:spPr>
          <a:xfrm>
            <a:off x="9601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9" name="Shape 67"/>
          <p:cNvSpPr/>
          <p:nvPr/>
        </p:nvSpPr>
        <p:spPr>
          <a:xfrm>
            <a:off x="9601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Shape 68"/>
          <p:cNvSpPr/>
          <p:nvPr/>
        </p:nvSpPr>
        <p:spPr>
          <a:xfrm>
            <a:off x="12801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1" name="Shape 69"/>
          <p:cNvSpPr/>
          <p:nvPr/>
        </p:nvSpPr>
        <p:spPr>
          <a:xfrm>
            <a:off x="12801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2" name="Shape 70"/>
          <p:cNvSpPr/>
          <p:nvPr/>
        </p:nvSpPr>
        <p:spPr>
          <a:xfrm>
            <a:off x="12801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Shape 71"/>
          <p:cNvSpPr/>
          <p:nvPr/>
        </p:nvSpPr>
        <p:spPr>
          <a:xfrm>
            <a:off x="12801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4" name="Shape 72"/>
          <p:cNvSpPr/>
          <p:nvPr/>
        </p:nvSpPr>
        <p:spPr>
          <a:xfrm>
            <a:off x="12801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Shape 73"/>
          <p:cNvSpPr/>
          <p:nvPr/>
        </p:nvSpPr>
        <p:spPr>
          <a:xfrm>
            <a:off x="12801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6" name="Shape 74"/>
          <p:cNvSpPr/>
          <p:nvPr/>
        </p:nvSpPr>
        <p:spPr>
          <a:xfrm>
            <a:off x="12801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7" name="Shape 75"/>
          <p:cNvSpPr/>
          <p:nvPr/>
        </p:nvSpPr>
        <p:spPr>
          <a:xfrm>
            <a:off x="12801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8" name="Shape 76"/>
          <p:cNvSpPr/>
          <p:nvPr/>
        </p:nvSpPr>
        <p:spPr>
          <a:xfrm>
            <a:off x="12801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9" name="Shape 77"/>
          <p:cNvSpPr/>
          <p:nvPr/>
        </p:nvSpPr>
        <p:spPr>
          <a:xfrm>
            <a:off x="12801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0" name="Shape 78"/>
          <p:cNvSpPr/>
          <p:nvPr/>
        </p:nvSpPr>
        <p:spPr>
          <a:xfrm>
            <a:off x="12801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1" name="Shape 79"/>
          <p:cNvSpPr/>
          <p:nvPr/>
        </p:nvSpPr>
        <p:spPr>
          <a:xfrm>
            <a:off x="12801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2" name="Shape 80"/>
          <p:cNvSpPr/>
          <p:nvPr/>
        </p:nvSpPr>
        <p:spPr>
          <a:xfrm>
            <a:off x="12801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3" name="Shape 81"/>
          <p:cNvSpPr/>
          <p:nvPr/>
        </p:nvSpPr>
        <p:spPr>
          <a:xfrm>
            <a:off x="12801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4" name="Shape 82"/>
          <p:cNvSpPr/>
          <p:nvPr/>
        </p:nvSpPr>
        <p:spPr>
          <a:xfrm>
            <a:off x="12801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5" name="Shape 83"/>
          <p:cNvSpPr/>
          <p:nvPr/>
        </p:nvSpPr>
        <p:spPr>
          <a:xfrm>
            <a:off x="12801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6" name="Shape 84"/>
          <p:cNvSpPr/>
          <p:nvPr/>
        </p:nvSpPr>
        <p:spPr>
          <a:xfrm>
            <a:off x="12801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7" name="Shape 85"/>
          <p:cNvSpPr/>
          <p:nvPr/>
        </p:nvSpPr>
        <p:spPr>
          <a:xfrm>
            <a:off x="16002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8" name="Shape 86"/>
          <p:cNvSpPr/>
          <p:nvPr/>
        </p:nvSpPr>
        <p:spPr>
          <a:xfrm>
            <a:off x="16002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9" name="Shape 87"/>
          <p:cNvSpPr/>
          <p:nvPr/>
        </p:nvSpPr>
        <p:spPr>
          <a:xfrm>
            <a:off x="16002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0" name="Shape 88"/>
          <p:cNvSpPr/>
          <p:nvPr/>
        </p:nvSpPr>
        <p:spPr>
          <a:xfrm>
            <a:off x="16002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1" name="Shape 89"/>
          <p:cNvSpPr/>
          <p:nvPr/>
        </p:nvSpPr>
        <p:spPr>
          <a:xfrm>
            <a:off x="16002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2" name="Shape 90"/>
          <p:cNvSpPr/>
          <p:nvPr/>
        </p:nvSpPr>
        <p:spPr>
          <a:xfrm>
            <a:off x="16002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3" name="Shape 91"/>
          <p:cNvSpPr/>
          <p:nvPr/>
        </p:nvSpPr>
        <p:spPr>
          <a:xfrm>
            <a:off x="16002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4" name="Shape 92"/>
          <p:cNvSpPr/>
          <p:nvPr/>
        </p:nvSpPr>
        <p:spPr>
          <a:xfrm>
            <a:off x="16002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5" name="Shape 93"/>
          <p:cNvSpPr/>
          <p:nvPr/>
        </p:nvSpPr>
        <p:spPr>
          <a:xfrm>
            <a:off x="16002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6" name="Shape 94"/>
          <p:cNvSpPr/>
          <p:nvPr/>
        </p:nvSpPr>
        <p:spPr>
          <a:xfrm>
            <a:off x="16002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7" name="Shape 95"/>
          <p:cNvSpPr/>
          <p:nvPr/>
        </p:nvSpPr>
        <p:spPr>
          <a:xfrm>
            <a:off x="16002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8" name="Shape 96"/>
          <p:cNvSpPr/>
          <p:nvPr/>
        </p:nvSpPr>
        <p:spPr>
          <a:xfrm>
            <a:off x="16002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9" name="Shape 97"/>
          <p:cNvSpPr/>
          <p:nvPr/>
        </p:nvSpPr>
        <p:spPr>
          <a:xfrm>
            <a:off x="16002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0" name="Shape 98"/>
          <p:cNvSpPr/>
          <p:nvPr/>
        </p:nvSpPr>
        <p:spPr>
          <a:xfrm>
            <a:off x="16002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1" name="Shape 99"/>
          <p:cNvSpPr/>
          <p:nvPr/>
        </p:nvSpPr>
        <p:spPr>
          <a:xfrm>
            <a:off x="16002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2" name="Shape 100"/>
          <p:cNvSpPr/>
          <p:nvPr/>
        </p:nvSpPr>
        <p:spPr>
          <a:xfrm>
            <a:off x="16002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3" name="Shape 101"/>
          <p:cNvSpPr/>
          <p:nvPr/>
        </p:nvSpPr>
        <p:spPr>
          <a:xfrm>
            <a:off x="16002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4" name="Shape 102"/>
          <p:cNvSpPr/>
          <p:nvPr/>
        </p:nvSpPr>
        <p:spPr>
          <a:xfrm>
            <a:off x="19202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5" name="Shape 103"/>
          <p:cNvSpPr/>
          <p:nvPr/>
        </p:nvSpPr>
        <p:spPr>
          <a:xfrm>
            <a:off x="19202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6" name="Shape 104"/>
          <p:cNvSpPr/>
          <p:nvPr/>
        </p:nvSpPr>
        <p:spPr>
          <a:xfrm>
            <a:off x="19202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7" name="Shape 105"/>
          <p:cNvSpPr/>
          <p:nvPr/>
        </p:nvSpPr>
        <p:spPr>
          <a:xfrm>
            <a:off x="19202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8" name="Shape 106"/>
          <p:cNvSpPr/>
          <p:nvPr/>
        </p:nvSpPr>
        <p:spPr>
          <a:xfrm>
            <a:off x="19202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9" name="Shape 107"/>
          <p:cNvSpPr/>
          <p:nvPr/>
        </p:nvSpPr>
        <p:spPr>
          <a:xfrm>
            <a:off x="19202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0" name="Shape 108"/>
          <p:cNvSpPr/>
          <p:nvPr/>
        </p:nvSpPr>
        <p:spPr>
          <a:xfrm>
            <a:off x="19202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1" name="Shape 109"/>
          <p:cNvSpPr/>
          <p:nvPr/>
        </p:nvSpPr>
        <p:spPr>
          <a:xfrm>
            <a:off x="19202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2" name="Shape 110"/>
          <p:cNvSpPr/>
          <p:nvPr/>
        </p:nvSpPr>
        <p:spPr>
          <a:xfrm>
            <a:off x="19202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3" name="Shape 111"/>
          <p:cNvSpPr/>
          <p:nvPr/>
        </p:nvSpPr>
        <p:spPr>
          <a:xfrm>
            <a:off x="19202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4" name="Shape 112"/>
          <p:cNvSpPr/>
          <p:nvPr/>
        </p:nvSpPr>
        <p:spPr>
          <a:xfrm>
            <a:off x="19202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5" name="Shape 113"/>
          <p:cNvSpPr/>
          <p:nvPr/>
        </p:nvSpPr>
        <p:spPr>
          <a:xfrm>
            <a:off x="19202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6" name="Shape 114"/>
          <p:cNvSpPr/>
          <p:nvPr/>
        </p:nvSpPr>
        <p:spPr>
          <a:xfrm>
            <a:off x="19202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7" name="Shape 115"/>
          <p:cNvSpPr/>
          <p:nvPr/>
        </p:nvSpPr>
        <p:spPr>
          <a:xfrm>
            <a:off x="19202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8" name="Shape 116"/>
          <p:cNvSpPr/>
          <p:nvPr/>
        </p:nvSpPr>
        <p:spPr>
          <a:xfrm>
            <a:off x="19202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9" name="Shape 117"/>
          <p:cNvSpPr/>
          <p:nvPr/>
        </p:nvSpPr>
        <p:spPr>
          <a:xfrm>
            <a:off x="19202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0" name="Shape 118"/>
          <p:cNvSpPr/>
          <p:nvPr/>
        </p:nvSpPr>
        <p:spPr>
          <a:xfrm>
            <a:off x="19202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1" name="Shape 119"/>
          <p:cNvSpPr/>
          <p:nvPr/>
        </p:nvSpPr>
        <p:spPr>
          <a:xfrm>
            <a:off x="22402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2" name="Shape 120"/>
          <p:cNvSpPr/>
          <p:nvPr/>
        </p:nvSpPr>
        <p:spPr>
          <a:xfrm>
            <a:off x="22402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3" name="Shape 121"/>
          <p:cNvSpPr/>
          <p:nvPr/>
        </p:nvSpPr>
        <p:spPr>
          <a:xfrm>
            <a:off x="22402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4" name="Shape 122"/>
          <p:cNvSpPr/>
          <p:nvPr/>
        </p:nvSpPr>
        <p:spPr>
          <a:xfrm>
            <a:off x="22402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5" name="Shape 123"/>
          <p:cNvSpPr/>
          <p:nvPr/>
        </p:nvSpPr>
        <p:spPr>
          <a:xfrm>
            <a:off x="22402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6" name="Shape 124"/>
          <p:cNvSpPr/>
          <p:nvPr/>
        </p:nvSpPr>
        <p:spPr>
          <a:xfrm>
            <a:off x="22402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7" name="Shape 125"/>
          <p:cNvSpPr/>
          <p:nvPr/>
        </p:nvSpPr>
        <p:spPr>
          <a:xfrm>
            <a:off x="22402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8" name="Shape 126"/>
          <p:cNvSpPr/>
          <p:nvPr/>
        </p:nvSpPr>
        <p:spPr>
          <a:xfrm>
            <a:off x="22402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9" name="Shape 127"/>
          <p:cNvSpPr/>
          <p:nvPr/>
        </p:nvSpPr>
        <p:spPr>
          <a:xfrm>
            <a:off x="22402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0" name="Shape 128"/>
          <p:cNvSpPr/>
          <p:nvPr/>
        </p:nvSpPr>
        <p:spPr>
          <a:xfrm>
            <a:off x="22402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1" name="Shape 129"/>
          <p:cNvSpPr/>
          <p:nvPr/>
        </p:nvSpPr>
        <p:spPr>
          <a:xfrm>
            <a:off x="22402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2" name="Shape 130"/>
          <p:cNvSpPr/>
          <p:nvPr/>
        </p:nvSpPr>
        <p:spPr>
          <a:xfrm>
            <a:off x="22402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3" name="Shape 131"/>
          <p:cNvSpPr/>
          <p:nvPr/>
        </p:nvSpPr>
        <p:spPr>
          <a:xfrm>
            <a:off x="22402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4" name="Shape 132"/>
          <p:cNvSpPr/>
          <p:nvPr/>
        </p:nvSpPr>
        <p:spPr>
          <a:xfrm>
            <a:off x="22402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5" name="Shape 133"/>
          <p:cNvSpPr/>
          <p:nvPr/>
        </p:nvSpPr>
        <p:spPr>
          <a:xfrm>
            <a:off x="22402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6" name="Shape 134"/>
          <p:cNvSpPr/>
          <p:nvPr/>
        </p:nvSpPr>
        <p:spPr>
          <a:xfrm>
            <a:off x="22402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7" name="Shape 135"/>
          <p:cNvSpPr/>
          <p:nvPr/>
        </p:nvSpPr>
        <p:spPr>
          <a:xfrm>
            <a:off x="22402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8" name="Shape 136"/>
          <p:cNvSpPr/>
          <p:nvPr/>
        </p:nvSpPr>
        <p:spPr>
          <a:xfrm>
            <a:off x="25603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9" name="Shape 137"/>
          <p:cNvSpPr/>
          <p:nvPr/>
        </p:nvSpPr>
        <p:spPr>
          <a:xfrm>
            <a:off x="25603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0" name="Shape 138"/>
          <p:cNvSpPr/>
          <p:nvPr/>
        </p:nvSpPr>
        <p:spPr>
          <a:xfrm>
            <a:off x="25603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1" name="Shape 139"/>
          <p:cNvSpPr/>
          <p:nvPr/>
        </p:nvSpPr>
        <p:spPr>
          <a:xfrm>
            <a:off x="25603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2" name="Shape 140"/>
          <p:cNvSpPr/>
          <p:nvPr/>
        </p:nvSpPr>
        <p:spPr>
          <a:xfrm>
            <a:off x="25603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3" name="Shape 141"/>
          <p:cNvSpPr/>
          <p:nvPr/>
        </p:nvSpPr>
        <p:spPr>
          <a:xfrm>
            <a:off x="25603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4" name="Shape 142"/>
          <p:cNvSpPr/>
          <p:nvPr/>
        </p:nvSpPr>
        <p:spPr>
          <a:xfrm>
            <a:off x="25603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5" name="Shape 143"/>
          <p:cNvSpPr/>
          <p:nvPr/>
        </p:nvSpPr>
        <p:spPr>
          <a:xfrm>
            <a:off x="25603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6" name="Shape 144"/>
          <p:cNvSpPr/>
          <p:nvPr/>
        </p:nvSpPr>
        <p:spPr>
          <a:xfrm>
            <a:off x="25603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7" name="Shape 145"/>
          <p:cNvSpPr/>
          <p:nvPr/>
        </p:nvSpPr>
        <p:spPr>
          <a:xfrm>
            <a:off x="25603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8" name="Shape 146"/>
          <p:cNvSpPr/>
          <p:nvPr/>
        </p:nvSpPr>
        <p:spPr>
          <a:xfrm>
            <a:off x="25603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9" name="Shape 147"/>
          <p:cNvSpPr/>
          <p:nvPr/>
        </p:nvSpPr>
        <p:spPr>
          <a:xfrm>
            <a:off x="25603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0" name="Shape 148"/>
          <p:cNvSpPr/>
          <p:nvPr/>
        </p:nvSpPr>
        <p:spPr>
          <a:xfrm>
            <a:off x="25603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1" name="Shape 149"/>
          <p:cNvSpPr/>
          <p:nvPr/>
        </p:nvSpPr>
        <p:spPr>
          <a:xfrm>
            <a:off x="25603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2" name="Shape 150"/>
          <p:cNvSpPr/>
          <p:nvPr/>
        </p:nvSpPr>
        <p:spPr>
          <a:xfrm>
            <a:off x="25603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3" name="Shape 151"/>
          <p:cNvSpPr/>
          <p:nvPr/>
        </p:nvSpPr>
        <p:spPr>
          <a:xfrm>
            <a:off x="25603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4" name="Shape 152"/>
          <p:cNvSpPr/>
          <p:nvPr/>
        </p:nvSpPr>
        <p:spPr>
          <a:xfrm>
            <a:off x="25603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5" name="Shape 153"/>
          <p:cNvSpPr/>
          <p:nvPr/>
        </p:nvSpPr>
        <p:spPr>
          <a:xfrm>
            <a:off x="28803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6" name="Shape 154"/>
          <p:cNvSpPr/>
          <p:nvPr/>
        </p:nvSpPr>
        <p:spPr>
          <a:xfrm>
            <a:off x="28803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7" name="Shape 155"/>
          <p:cNvSpPr/>
          <p:nvPr/>
        </p:nvSpPr>
        <p:spPr>
          <a:xfrm>
            <a:off x="28803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8" name="Shape 156"/>
          <p:cNvSpPr/>
          <p:nvPr/>
        </p:nvSpPr>
        <p:spPr>
          <a:xfrm>
            <a:off x="28803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9" name="Shape 157"/>
          <p:cNvSpPr/>
          <p:nvPr/>
        </p:nvSpPr>
        <p:spPr>
          <a:xfrm>
            <a:off x="28803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0" name="Shape 158"/>
          <p:cNvSpPr/>
          <p:nvPr/>
        </p:nvSpPr>
        <p:spPr>
          <a:xfrm>
            <a:off x="28803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1" name="Shape 159"/>
          <p:cNvSpPr/>
          <p:nvPr/>
        </p:nvSpPr>
        <p:spPr>
          <a:xfrm>
            <a:off x="28803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2" name="Shape 160"/>
          <p:cNvSpPr/>
          <p:nvPr/>
        </p:nvSpPr>
        <p:spPr>
          <a:xfrm>
            <a:off x="28803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3" name="Shape 161"/>
          <p:cNvSpPr/>
          <p:nvPr/>
        </p:nvSpPr>
        <p:spPr>
          <a:xfrm>
            <a:off x="28803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4" name="Shape 162"/>
          <p:cNvSpPr/>
          <p:nvPr/>
        </p:nvSpPr>
        <p:spPr>
          <a:xfrm>
            <a:off x="28803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5" name="Shape 163"/>
          <p:cNvSpPr/>
          <p:nvPr/>
        </p:nvSpPr>
        <p:spPr>
          <a:xfrm>
            <a:off x="28803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6" name="Shape 164"/>
          <p:cNvSpPr/>
          <p:nvPr/>
        </p:nvSpPr>
        <p:spPr>
          <a:xfrm>
            <a:off x="28803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7" name="Shape 165"/>
          <p:cNvSpPr/>
          <p:nvPr/>
        </p:nvSpPr>
        <p:spPr>
          <a:xfrm>
            <a:off x="28803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8" name="Shape 166"/>
          <p:cNvSpPr/>
          <p:nvPr/>
        </p:nvSpPr>
        <p:spPr>
          <a:xfrm>
            <a:off x="28803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9" name="Shape 167"/>
          <p:cNvSpPr/>
          <p:nvPr/>
        </p:nvSpPr>
        <p:spPr>
          <a:xfrm>
            <a:off x="28803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0" name="Shape 168"/>
          <p:cNvSpPr/>
          <p:nvPr/>
        </p:nvSpPr>
        <p:spPr>
          <a:xfrm>
            <a:off x="28803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1" name="Shape 169"/>
          <p:cNvSpPr/>
          <p:nvPr/>
        </p:nvSpPr>
        <p:spPr>
          <a:xfrm>
            <a:off x="28803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2" name="Shape 170"/>
          <p:cNvSpPr/>
          <p:nvPr/>
        </p:nvSpPr>
        <p:spPr>
          <a:xfrm>
            <a:off x="32004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3" name="Shape 171"/>
          <p:cNvSpPr/>
          <p:nvPr/>
        </p:nvSpPr>
        <p:spPr>
          <a:xfrm>
            <a:off x="32004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4" name="Shape 172"/>
          <p:cNvSpPr/>
          <p:nvPr/>
        </p:nvSpPr>
        <p:spPr>
          <a:xfrm>
            <a:off x="32004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5" name="Shape 173"/>
          <p:cNvSpPr/>
          <p:nvPr/>
        </p:nvSpPr>
        <p:spPr>
          <a:xfrm>
            <a:off x="32004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6" name="Shape 174"/>
          <p:cNvSpPr/>
          <p:nvPr/>
        </p:nvSpPr>
        <p:spPr>
          <a:xfrm>
            <a:off x="32004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7" name="Shape 175"/>
          <p:cNvSpPr/>
          <p:nvPr/>
        </p:nvSpPr>
        <p:spPr>
          <a:xfrm>
            <a:off x="32004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8" name="Shape 176"/>
          <p:cNvSpPr/>
          <p:nvPr/>
        </p:nvSpPr>
        <p:spPr>
          <a:xfrm>
            <a:off x="32004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9" name="Shape 177"/>
          <p:cNvSpPr/>
          <p:nvPr/>
        </p:nvSpPr>
        <p:spPr>
          <a:xfrm>
            <a:off x="32004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0" name="Shape 178"/>
          <p:cNvSpPr/>
          <p:nvPr/>
        </p:nvSpPr>
        <p:spPr>
          <a:xfrm>
            <a:off x="32004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1" name="Shape 179"/>
          <p:cNvSpPr/>
          <p:nvPr/>
        </p:nvSpPr>
        <p:spPr>
          <a:xfrm>
            <a:off x="32004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2" name="Shape 180"/>
          <p:cNvSpPr/>
          <p:nvPr/>
        </p:nvSpPr>
        <p:spPr>
          <a:xfrm>
            <a:off x="32004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3" name="Shape 181"/>
          <p:cNvSpPr/>
          <p:nvPr/>
        </p:nvSpPr>
        <p:spPr>
          <a:xfrm>
            <a:off x="32004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4" name="Shape 182"/>
          <p:cNvSpPr/>
          <p:nvPr/>
        </p:nvSpPr>
        <p:spPr>
          <a:xfrm>
            <a:off x="32004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5" name="Shape 183"/>
          <p:cNvSpPr/>
          <p:nvPr/>
        </p:nvSpPr>
        <p:spPr>
          <a:xfrm>
            <a:off x="32004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6" name="Shape 184"/>
          <p:cNvSpPr/>
          <p:nvPr/>
        </p:nvSpPr>
        <p:spPr>
          <a:xfrm>
            <a:off x="32004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7" name="Shape 185"/>
          <p:cNvSpPr/>
          <p:nvPr/>
        </p:nvSpPr>
        <p:spPr>
          <a:xfrm>
            <a:off x="32004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8" name="Shape 186"/>
          <p:cNvSpPr/>
          <p:nvPr/>
        </p:nvSpPr>
        <p:spPr>
          <a:xfrm>
            <a:off x="32004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9" name="Shape 187"/>
          <p:cNvSpPr/>
          <p:nvPr/>
        </p:nvSpPr>
        <p:spPr>
          <a:xfrm>
            <a:off x="35204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0" name="Shape 188"/>
          <p:cNvSpPr/>
          <p:nvPr/>
        </p:nvSpPr>
        <p:spPr>
          <a:xfrm>
            <a:off x="35204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1" name="Shape 189"/>
          <p:cNvSpPr/>
          <p:nvPr/>
        </p:nvSpPr>
        <p:spPr>
          <a:xfrm>
            <a:off x="35204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2" name="Shape 190"/>
          <p:cNvSpPr/>
          <p:nvPr/>
        </p:nvSpPr>
        <p:spPr>
          <a:xfrm>
            <a:off x="35204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3" name="Shape 191"/>
          <p:cNvSpPr/>
          <p:nvPr/>
        </p:nvSpPr>
        <p:spPr>
          <a:xfrm>
            <a:off x="35204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4" name="Shape 192"/>
          <p:cNvSpPr/>
          <p:nvPr/>
        </p:nvSpPr>
        <p:spPr>
          <a:xfrm>
            <a:off x="35204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5" name="Shape 193"/>
          <p:cNvSpPr/>
          <p:nvPr/>
        </p:nvSpPr>
        <p:spPr>
          <a:xfrm>
            <a:off x="35204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6" name="Shape 194"/>
          <p:cNvSpPr/>
          <p:nvPr/>
        </p:nvSpPr>
        <p:spPr>
          <a:xfrm>
            <a:off x="35204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7" name="Shape 195"/>
          <p:cNvSpPr/>
          <p:nvPr/>
        </p:nvSpPr>
        <p:spPr>
          <a:xfrm>
            <a:off x="35204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8" name="Shape 196"/>
          <p:cNvSpPr/>
          <p:nvPr/>
        </p:nvSpPr>
        <p:spPr>
          <a:xfrm>
            <a:off x="35204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9" name="Shape 197"/>
          <p:cNvSpPr/>
          <p:nvPr/>
        </p:nvSpPr>
        <p:spPr>
          <a:xfrm>
            <a:off x="35204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0" name="Shape 198"/>
          <p:cNvSpPr/>
          <p:nvPr/>
        </p:nvSpPr>
        <p:spPr>
          <a:xfrm>
            <a:off x="35204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1" name="Shape 199"/>
          <p:cNvSpPr/>
          <p:nvPr/>
        </p:nvSpPr>
        <p:spPr>
          <a:xfrm>
            <a:off x="35204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2" name="Shape 200"/>
          <p:cNvSpPr/>
          <p:nvPr/>
        </p:nvSpPr>
        <p:spPr>
          <a:xfrm>
            <a:off x="35204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3" name="Shape 201"/>
          <p:cNvSpPr/>
          <p:nvPr/>
        </p:nvSpPr>
        <p:spPr>
          <a:xfrm>
            <a:off x="35204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4" name="Shape 202"/>
          <p:cNvSpPr/>
          <p:nvPr/>
        </p:nvSpPr>
        <p:spPr>
          <a:xfrm>
            <a:off x="35204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5" name="Shape 203"/>
          <p:cNvSpPr/>
          <p:nvPr/>
        </p:nvSpPr>
        <p:spPr>
          <a:xfrm>
            <a:off x="35204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6" name="Shape 204"/>
          <p:cNvSpPr/>
          <p:nvPr/>
        </p:nvSpPr>
        <p:spPr>
          <a:xfrm>
            <a:off x="38404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7" name="Shape 205"/>
          <p:cNvSpPr/>
          <p:nvPr/>
        </p:nvSpPr>
        <p:spPr>
          <a:xfrm>
            <a:off x="38404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8" name="Shape 206"/>
          <p:cNvSpPr/>
          <p:nvPr/>
        </p:nvSpPr>
        <p:spPr>
          <a:xfrm>
            <a:off x="38404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9" name="Shape 207"/>
          <p:cNvSpPr/>
          <p:nvPr/>
        </p:nvSpPr>
        <p:spPr>
          <a:xfrm>
            <a:off x="38404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0" name="Shape 208"/>
          <p:cNvSpPr/>
          <p:nvPr/>
        </p:nvSpPr>
        <p:spPr>
          <a:xfrm>
            <a:off x="38404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1" name="Shape 209"/>
          <p:cNvSpPr/>
          <p:nvPr/>
        </p:nvSpPr>
        <p:spPr>
          <a:xfrm>
            <a:off x="38404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2" name="Shape 210"/>
          <p:cNvSpPr/>
          <p:nvPr/>
        </p:nvSpPr>
        <p:spPr>
          <a:xfrm>
            <a:off x="38404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3" name="Shape 211"/>
          <p:cNvSpPr/>
          <p:nvPr/>
        </p:nvSpPr>
        <p:spPr>
          <a:xfrm>
            <a:off x="38404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4" name="Shape 212"/>
          <p:cNvSpPr/>
          <p:nvPr/>
        </p:nvSpPr>
        <p:spPr>
          <a:xfrm>
            <a:off x="38404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5" name="Shape 213"/>
          <p:cNvSpPr/>
          <p:nvPr/>
        </p:nvSpPr>
        <p:spPr>
          <a:xfrm>
            <a:off x="38404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6" name="Shape 214"/>
          <p:cNvSpPr/>
          <p:nvPr/>
        </p:nvSpPr>
        <p:spPr>
          <a:xfrm>
            <a:off x="38404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7" name="Shape 215"/>
          <p:cNvSpPr/>
          <p:nvPr/>
        </p:nvSpPr>
        <p:spPr>
          <a:xfrm>
            <a:off x="38404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8" name="Shape 216"/>
          <p:cNvSpPr/>
          <p:nvPr/>
        </p:nvSpPr>
        <p:spPr>
          <a:xfrm>
            <a:off x="38404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9" name="Shape 217"/>
          <p:cNvSpPr/>
          <p:nvPr/>
        </p:nvSpPr>
        <p:spPr>
          <a:xfrm>
            <a:off x="38404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0" name="Shape 218"/>
          <p:cNvSpPr/>
          <p:nvPr/>
        </p:nvSpPr>
        <p:spPr>
          <a:xfrm>
            <a:off x="38404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1" name="Shape 219"/>
          <p:cNvSpPr/>
          <p:nvPr/>
        </p:nvSpPr>
        <p:spPr>
          <a:xfrm>
            <a:off x="38404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2" name="Shape 220"/>
          <p:cNvSpPr/>
          <p:nvPr/>
        </p:nvSpPr>
        <p:spPr>
          <a:xfrm>
            <a:off x="38404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3" name="Shape 221"/>
          <p:cNvSpPr/>
          <p:nvPr/>
        </p:nvSpPr>
        <p:spPr>
          <a:xfrm>
            <a:off x="41605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4" name="Shape 222"/>
          <p:cNvSpPr/>
          <p:nvPr/>
        </p:nvSpPr>
        <p:spPr>
          <a:xfrm>
            <a:off x="41605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5" name="Shape 223"/>
          <p:cNvSpPr/>
          <p:nvPr/>
        </p:nvSpPr>
        <p:spPr>
          <a:xfrm>
            <a:off x="41605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6" name="Shape 224"/>
          <p:cNvSpPr/>
          <p:nvPr/>
        </p:nvSpPr>
        <p:spPr>
          <a:xfrm>
            <a:off x="41605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7" name="Shape 225"/>
          <p:cNvSpPr/>
          <p:nvPr/>
        </p:nvSpPr>
        <p:spPr>
          <a:xfrm>
            <a:off x="41605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8" name="Shape 226"/>
          <p:cNvSpPr/>
          <p:nvPr/>
        </p:nvSpPr>
        <p:spPr>
          <a:xfrm>
            <a:off x="41605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9" name="Shape 227"/>
          <p:cNvSpPr/>
          <p:nvPr/>
        </p:nvSpPr>
        <p:spPr>
          <a:xfrm>
            <a:off x="41605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0" name="Shape 228"/>
          <p:cNvSpPr/>
          <p:nvPr/>
        </p:nvSpPr>
        <p:spPr>
          <a:xfrm>
            <a:off x="41605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1" name="Shape 229"/>
          <p:cNvSpPr/>
          <p:nvPr/>
        </p:nvSpPr>
        <p:spPr>
          <a:xfrm>
            <a:off x="41605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2" name="Shape 230"/>
          <p:cNvSpPr/>
          <p:nvPr/>
        </p:nvSpPr>
        <p:spPr>
          <a:xfrm>
            <a:off x="41605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3" name="Shape 231"/>
          <p:cNvSpPr/>
          <p:nvPr/>
        </p:nvSpPr>
        <p:spPr>
          <a:xfrm>
            <a:off x="41605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4" name="Shape 232"/>
          <p:cNvSpPr/>
          <p:nvPr/>
        </p:nvSpPr>
        <p:spPr>
          <a:xfrm>
            <a:off x="41605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5" name="Shape 233"/>
          <p:cNvSpPr/>
          <p:nvPr/>
        </p:nvSpPr>
        <p:spPr>
          <a:xfrm>
            <a:off x="41605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6" name="Shape 234"/>
          <p:cNvSpPr/>
          <p:nvPr/>
        </p:nvSpPr>
        <p:spPr>
          <a:xfrm>
            <a:off x="41605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7" name="Shape 235"/>
          <p:cNvSpPr/>
          <p:nvPr/>
        </p:nvSpPr>
        <p:spPr>
          <a:xfrm>
            <a:off x="41605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8" name="Shape 236"/>
          <p:cNvSpPr/>
          <p:nvPr/>
        </p:nvSpPr>
        <p:spPr>
          <a:xfrm>
            <a:off x="41605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9" name="Shape 237"/>
          <p:cNvSpPr/>
          <p:nvPr/>
        </p:nvSpPr>
        <p:spPr>
          <a:xfrm>
            <a:off x="41605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0" name="Shape 238"/>
          <p:cNvSpPr/>
          <p:nvPr/>
        </p:nvSpPr>
        <p:spPr>
          <a:xfrm>
            <a:off x="44805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1" name="Shape 239"/>
          <p:cNvSpPr/>
          <p:nvPr/>
        </p:nvSpPr>
        <p:spPr>
          <a:xfrm>
            <a:off x="44805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2" name="Shape 240"/>
          <p:cNvSpPr/>
          <p:nvPr/>
        </p:nvSpPr>
        <p:spPr>
          <a:xfrm>
            <a:off x="44805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3" name="Shape 241"/>
          <p:cNvSpPr/>
          <p:nvPr/>
        </p:nvSpPr>
        <p:spPr>
          <a:xfrm>
            <a:off x="44805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4" name="Shape 242"/>
          <p:cNvSpPr/>
          <p:nvPr/>
        </p:nvSpPr>
        <p:spPr>
          <a:xfrm>
            <a:off x="44805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5" name="Shape 243"/>
          <p:cNvSpPr/>
          <p:nvPr/>
        </p:nvSpPr>
        <p:spPr>
          <a:xfrm>
            <a:off x="44805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6" name="Shape 244"/>
          <p:cNvSpPr/>
          <p:nvPr/>
        </p:nvSpPr>
        <p:spPr>
          <a:xfrm>
            <a:off x="44805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7" name="Shape 245"/>
          <p:cNvSpPr/>
          <p:nvPr/>
        </p:nvSpPr>
        <p:spPr>
          <a:xfrm>
            <a:off x="44805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8" name="Shape 246"/>
          <p:cNvSpPr/>
          <p:nvPr/>
        </p:nvSpPr>
        <p:spPr>
          <a:xfrm>
            <a:off x="44805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9" name="Shape 247"/>
          <p:cNvSpPr/>
          <p:nvPr/>
        </p:nvSpPr>
        <p:spPr>
          <a:xfrm>
            <a:off x="44805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0" name="Shape 248"/>
          <p:cNvSpPr/>
          <p:nvPr/>
        </p:nvSpPr>
        <p:spPr>
          <a:xfrm>
            <a:off x="44805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1" name="Shape 249"/>
          <p:cNvSpPr/>
          <p:nvPr/>
        </p:nvSpPr>
        <p:spPr>
          <a:xfrm>
            <a:off x="44805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2" name="Shape 250"/>
          <p:cNvSpPr/>
          <p:nvPr/>
        </p:nvSpPr>
        <p:spPr>
          <a:xfrm>
            <a:off x="44805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3" name="Shape 251"/>
          <p:cNvSpPr/>
          <p:nvPr/>
        </p:nvSpPr>
        <p:spPr>
          <a:xfrm>
            <a:off x="44805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4" name="Shape 252"/>
          <p:cNvSpPr/>
          <p:nvPr/>
        </p:nvSpPr>
        <p:spPr>
          <a:xfrm>
            <a:off x="44805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5" name="Shape 253"/>
          <p:cNvSpPr/>
          <p:nvPr/>
        </p:nvSpPr>
        <p:spPr>
          <a:xfrm>
            <a:off x="44805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6" name="Shape 254"/>
          <p:cNvSpPr/>
          <p:nvPr/>
        </p:nvSpPr>
        <p:spPr>
          <a:xfrm>
            <a:off x="44805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7" name="Shape 255"/>
          <p:cNvSpPr/>
          <p:nvPr/>
        </p:nvSpPr>
        <p:spPr>
          <a:xfrm>
            <a:off x="48006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8" name="Shape 256"/>
          <p:cNvSpPr/>
          <p:nvPr/>
        </p:nvSpPr>
        <p:spPr>
          <a:xfrm>
            <a:off x="48006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9" name="Shape 257"/>
          <p:cNvSpPr/>
          <p:nvPr/>
        </p:nvSpPr>
        <p:spPr>
          <a:xfrm>
            <a:off x="48006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0" name="Shape 258"/>
          <p:cNvSpPr/>
          <p:nvPr/>
        </p:nvSpPr>
        <p:spPr>
          <a:xfrm>
            <a:off x="48006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1" name="Shape 259"/>
          <p:cNvSpPr/>
          <p:nvPr/>
        </p:nvSpPr>
        <p:spPr>
          <a:xfrm>
            <a:off x="48006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2" name="Shape 260"/>
          <p:cNvSpPr/>
          <p:nvPr/>
        </p:nvSpPr>
        <p:spPr>
          <a:xfrm>
            <a:off x="48006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3" name="Shape 261"/>
          <p:cNvSpPr/>
          <p:nvPr/>
        </p:nvSpPr>
        <p:spPr>
          <a:xfrm>
            <a:off x="48006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4" name="Shape 262"/>
          <p:cNvSpPr/>
          <p:nvPr/>
        </p:nvSpPr>
        <p:spPr>
          <a:xfrm>
            <a:off x="48006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5" name="Shape 263"/>
          <p:cNvSpPr/>
          <p:nvPr/>
        </p:nvSpPr>
        <p:spPr>
          <a:xfrm>
            <a:off x="48006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6" name="Shape 264"/>
          <p:cNvSpPr/>
          <p:nvPr/>
        </p:nvSpPr>
        <p:spPr>
          <a:xfrm>
            <a:off x="48006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7" name="Shape 265"/>
          <p:cNvSpPr/>
          <p:nvPr/>
        </p:nvSpPr>
        <p:spPr>
          <a:xfrm>
            <a:off x="48006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8" name="Shape 266"/>
          <p:cNvSpPr/>
          <p:nvPr/>
        </p:nvSpPr>
        <p:spPr>
          <a:xfrm>
            <a:off x="48006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9" name="Shape 267"/>
          <p:cNvSpPr/>
          <p:nvPr/>
        </p:nvSpPr>
        <p:spPr>
          <a:xfrm>
            <a:off x="48006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0" name="Shape 268"/>
          <p:cNvSpPr/>
          <p:nvPr/>
        </p:nvSpPr>
        <p:spPr>
          <a:xfrm>
            <a:off x="48006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1" name="Shape 269"/>
          <p:cNvSpPr/>
          <p:nvPr/>
        </p:nvSpPr>
        <p:spPr>
          <a:xfrm>
            <a:off x="48006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2" name="Shape 270"/>
          <p:cNvSpPr/>
          <p:nvPr/>
        </p:nvSpPr>
        <p:spPr>
          <a:xfrm>
            <a:off x="48006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3" name="Shape 271"/>
          <p:cNvSpPr/>
          <p:nvPr/>
        </p:nvSpPr>
        <p:spPr>
          <a:xfrm>
            <a:off x="48006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4" name="Shape 272"/>
          <p:cNvSpPr/>
          <p:nvPr/>
        </p:nvSpPr>
        <p:spPr>
          <a:xfrm>
            <a:off x="51206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5" name="Shape 273"/>
          <p:cNvSpPr/>
          <p:nvPr/>
        </p:nvSpPr>
        <p:spPr>
          <a:xfrm>
            <a:off x="51206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6" name="Shape 274"/>
          <p:cNvSpPr/>
          <p:nvPr/>
        </p:nvSpPr>
        <p:spPr>
          <a:xfrm>
            <a:off x="51206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7" name="Shape 275"/>
          <p:cNvSpPr/>
          <p:nvPr/>
        </p:nvSpPr>
        <p:spPr>
          <a:xfrm>
            <a:off x="51206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8" name="Shape 276"/>
          <p:cNvSpPr/>
          <p:nvPr/>
        </p:nvSpPr>
        <p:spPr>
          <a:xfrm>
            <a:off x="51206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9" name="Shape 277"/>
          <p:cNvSpPr/>
          <p:nvPr/>
        </p:nvSpPr>
        <p:spPr>
          <a:xfrm>
            <a:off x="51206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0" name="Shape 278"/>
          <p:cNvSpPr/>
          <p:nvPr/>
        </p:nvSpPr>
        <p:spPr>
          <a:xfrm>
            <a:off x="51206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1" name="Shape 279"/>
          <p:cNvSpPr/>
          <p:nvPr/>
        </p:nvSpPr>
        <p:spPr>
          <a:xfrm>
            <a:off x="51206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2" name="Shape 280"/>
          <p:cNvSpPr/>
          <p:nvPr/>
        </p:nvSpPr>
        <p:spPr>
          <a:xfrm>
            <a:off x="51206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3" name="Shape 281"/>
          <p:cNvSpPr/>
          <p:nvPr/>
        </p:nvSpPr>
        <p:spPr>
          <a:xfrm>
            <a:off x="51206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4" name="Shape 282"/>
          <p:cNvSpPr/>
          <p:nvPr/>
        </p:nvSpPr>
        <p:spPr>
          <a:xfrm>
            <a:off x="51206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5" name="Shape 283"/>
          <p:cNvSpPr/>
          <p:nvPr/>
        </p:nvSpPr>
        <p:spPr>
          <a:xfrm>
            <a:off x="51206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6" name="Shape 284"/>
          <p:cNvSpPr/>
          <p:nvPr/>
        </p:nvSpPr>
        <p:spPr>
          <a:xfrm>
            <a:off x="51206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7" name="Shape 285"/>
          <p:cNvSpPr/>
          <p:nvPr/>
        </p:nvSpPr>
        <p:spPr>
          <a:xfrm>
            <a:off x="51206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8" name="Shape 286"/>
          <p:cNvSpPr/>
          <p:nvPr/>
        </p:nvSpPr>
        <p:spPr>
          <a:xfrm>
            <a:off x="51206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9" name="Shape 287"/>
          <p:cNvSpPr/>
          <p:nvPr/>
        </p:nvSpPr>
        <p:spPr>
          <a:xfrm>
            <a:off x="51206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0" name="Shape 288"/>
          <p:cNvSpPr/>
          <p:nvPr/>
        </p:nvSpPr>
        <p:spPr>
          <a:xfrm>
            <a:off x="51206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1" name="Shape 289"/>
          <p:cNvSpPr/>
          <p:nvPr/>
        </p:nvSpPr>
        <p:spPr>
          <a:xfrm>
            <a:off x="54406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2" name="Shape 290"/>
          <p:cNvSpPr/>
          <p:nvPr/>
        </p:nvSpPr>
        <p:spPr>
          <a:xfrm>
            <a:off x="54406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3" name="Shape 291"/>
          <p:cNvSpPr/>
          <p:nvPr/>
        </p:nvSpPr>
        <p:spPr>
          <a:xfrm>
            <a:off x="54406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4" name="Shape 292"/>
          <p:cNvSpPr/>
          <p:nvPr/>
        </p:nvSpPr>
        <p:spPr>
          <a:xfrm>
            <a:off x="54406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5" name="Shape 293"/>
          <p:cNvSpPr/>
          <p:nvPr/>
        </p:nvSpPr>
        <p:spPr>
          <a:xfrm>
            <a:off x="54406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6" name="Shape 294"/>
          <p:cNvSpPr/>
          <p:nvPr/>
        </p:nvSpPr>
        <p:spPr>
          <a:xfrm>
            <a:off x="54406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7" name="Shape 295"/>
          <p:cNvSpPr/>
          <p:nvPr/>
        </p:nvSpPr>
        <p:spPr>
          <a:xfrm>
            <a:off x="54406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8" name="Shape 296"/>
          <p:cNvSpPr/>
          <p:nvPr/>
        </p:nvSpPr>
        <p:spPr>
          <a:xfrm>
            <a:off x="54406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9" name="Shape 297"/>
          <p:cNvSpPr/>
          <p:nvPr/>
        </p:nvSpPr>
        <p:spPr>
          <a:xfrm>
            <a:off x="54406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0" name="Shape 298"/>
          <p:cNvSpPr/>
          <p:nvPr/>
        </p:nvSpPr>
        <p:spPr>
          <a:xfrm>
            <a:off x="54406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1" name="Shape 299"/>
          <p:cNvSpPr/>
          <p:nvPr/>
        </p:nvSpPr>
        <p:spPr>
          <a:xfrm>
            <a:off x="54406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2" name="Shape 300"/>
          <p:cNvSpPr/>
          <p:nvPr/>
        </p:nvSpPr>
        <p:spPr>
          <a:xfrm>
            <a:off x="54406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3" name="Shape 301"/>
          <p:cNvSpPr/>
          <p:nvPr/>
        </p:nvSpPr>
        <p:spPr>
          <a:xfrm>
            <a:off x="54406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4" name="Shape 302"/>
          <p:cNvSpPr/>
          <p:nvPr/>
        </p:nvSpPr>
        <p:spPr>
          <a:xfrm>
            <a:off x="54406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5" name="Shape 303"/>
          <p:cNvSpPr/>
          <p:nvPr/>
        </p:nvSpPr>
        <p:spPr>
          <a:xfrm>
            <a:off x="54406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6" name="Shape 304"/>
          <p:cNvSpPr/>
          <p:nvPr/>
        </p:nvSpPr>
        <p:spPr>
          <a:xfrm>
            <a:off x="54406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7" name="Shape 305"/>
          <p:cNvSpPr/>
          <p:nvPr/>
        </p:nvSpPr>
        <p:spPr>
          <a:xfrm>
            <a:off x="54406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8" name="Shape 306"/>
          <p:cNvSpPr/>
          <p:nvPr/>
        </p:nvSpPr>
        <p:spPr>
          <a:xfrm>
            <a:off x="57607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9" name="Shape 307"/>
          <p:cNvSpPr/>
          <p:nvPr/>
        </p:nvSpPr>
        <p:spPr>
          <a:xfrm>
            <a:off x="57607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0" name="Shape 308"/>
          <p:cNvSpPr/>
          <p:nvPr/>
        </p:nvSpPr>
        <p:spPr>
          <a:xfrm>
            <a:off x="57607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1" name="Shape 309"/>
          <p:cNvSpPr/>
          <p:nvPr/>
        </p:nvSpPr>
        <p:spPr>
          <a:xfrm>
            <a:off x="57607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2" name="Shape 310"/>
          <p:cNvSpPr/>
          <p:nvPr/>
        </p:nvSpPr>
        <p:spPr>
          <a:xfrm>
            <a:off x="57607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3" name="Shape 311"/>
          <p:cNvSpPr/>
          <p:nvPr/>
        </p:nvSpPr>
        <p:spPr>
          <a:xfrm>
            <a:off x="57607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4" name="Shape 312"/>
          <p:cNvSpPr/>
          <p:nvPr/>
        </p:nvSpPr>
        <p:spPr>
          <a:xfrm>
            <a:off x="57607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5" name="Shape 313"/>
          <p:cNvSpPr/>
          <p:nvPr/>
        </p:nvSpPr>
        <p:spPr>
          <a:xfrm>
            <a:off x="57607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6" name="Shape 314"/>
          <p:cNvSpPr/>
          <p:nvPr/>
        </p:nvSpPr>
        <p:spPr>
          <a:xfrm>
            <a:off x="57607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7" name="Shape 315"/>
          <p:cNvSpPr/>
          <p:nvPr/>
        </p:nvSpPr>
        <p:spPr>
          <a:xfrm>
            <a:off x="57607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8" name="Shape 316"/>
          <p:cNvSpPr/>
          <p:nvPr/>
        </p:nvSpPr>
        <p:spPr>
          <a:xfrm>
            <a:off x="57607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9" name="Shape 317"/>
          <p:cNvSpPr/>
          <p:nvPr/>
        </p:nvSpPr>
        <p:spPr>
          <a:xfrm>
            <a:off x="57607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0" name="Shape 318"/>
          <p:cNvSpPr/>
          <p:nvPr/>
        </p:nvSpPr>
        <p:spPr>
          <a:xfrm>
            <a:off x="57607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1" name="Shape 319"/>
          <p:cNvSpPr/>
          <p:nvPr/>
        </p:nvSpPr>
        <p:spPr>
          <a:xfrm>
            <a:off x="57607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2" name="Shape 320"/>
          <p:cNvSpPr/>
          <p:nvPr/>
        </p:nvSpPr>
        <p:spPr>
          <a:xfrm>
            <a:off x="57607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3" name="Shape 321"/>
          <p:cNvSpPr/>
          <p:nvPr/>
        </p:nvSpPr>
        <p:spPr>
          <a:xfrm>
            <a:off x="57607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4" name="Shape 322"/>
          <p:cNvSpPr/>
          <p:nvPr/>
        </p:nvSpPr>
        <p:spPr>
          <a:xfrm>
            <a:off x="57607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5" name="Shape 323"/>
          <p:cNvSpPr/>
          <p:nvPr/>
        </p:nvSpPr>
        <p:spPr>
          <a:xfrm>
            <a:off x="60807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6" name="Shape 324"/>
          <p:cNvSpPr/>
          <p:nvPr/>
        </p:nvSpPr>
        <p:spPr>
          <a:xfrm>
            <a:off x="60807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7" name="Shape 325"/>
          <p:cNvSpPr/>
          <p:nvPr/>
        </p:nvSpPr>
        <p:spPr>
          <a:xfrm>
            <a:off x="60807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8" name="Shape 326"/>
          <p:cNvSpPr/>
          <p:nvPr/>
        </p:nvSpPr>
        <p:spPr>
          <a:xfrm>
            <a:off x="60807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9" name="Shape 327"/>
          <p:cNvSpPr/>
          <p:nvPr/>
        </p:nvSpPr>
        <p:spPr>
          <a:xfrm>
            <a:off x="60807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0" name="Shape 328"/>
          <p:cNvSpPr/>
          <p:nvPr/>
        </p:nvSpPr>
        <p:spPr>
          <a:xfrm>
            <a:off x="60807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1" name="Shape 329"/>
          <p:cNvSpPr/>
          <p:nvPr/>
        </p:nvSpPr>
        <p:spPr>
          <a:xfrm>
            <a:off x="60807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2" name="Shape 330"/>
          <p:cNvSpPr/>
          <p:nvPr/>
        </p:nvSpPr>
        <p:spPr>
          <a:xfrm>
            <a:off x="60807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3" name="Shape 331"/>
          <p:cNvSpPr/>
          <p:nvPr/>
        </p:nvSpPr>
        <p:spPr>
          <a:xfrm>
            <a:off x="60807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4" name="Shape 332"/>
          <p:cNvSpPr/>
          <p:nvPr/>
        </p:nvSpPr>
        <p:spPr>
          <a:xfrm>
            <a:off x="60807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5" name="Shape 333"/>
          <p:cNvSpPr/>
          <p:nvPr/>
        </p:nvSpPr>
        <p:spPr>
          <a:xfrm>
            <a:off x="60807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6" name="Shape 334"/>
          <p:cNvSpPr/>
          <p:nvPr/>
        </p:nvSpPr>
        <p:spPr>
          <a:xfrm>
            <a:off x="60807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7" name="Shape 335"/>
          <p:cNvSpPr/>
          <p:nvPr/>
        </p:nvSpPr>
        <p:spPr>
          <a:xfrm>
            <a:off x="60807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8" name="Shape 336"/>
          <p:cNvSpPr/>
          <p:nvPr/>
        </p:nvSpPr>
        <p:spPr>
          <a:xfrm>
            <a:off x="60807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9" name="Shape 337"/>
          <p:cNvSpPr/>
          <p:nvPr/>
        </p:nvSpPr>
        <p:spPr>
          <a:xfrm>
            <a:off x="60807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0" name="Shape 338"/>
          <p:cNvSpPr/>
          <p:nvPr/>
        </p:nvSpPr>
        <p:spPr>
          <a:xfrm>
            <a:off x="60807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1" name="Shape 339"/>
          <p:cNvSpPr/>
          <p:nvPr/>
        </p:nvSpPr>
        <p:spPr>
          <a:xfrm>
            <a:off x="60807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2" name="Shape 340"/>
          <p:cNvSpPr/>
          <p:nvPr/>
        </p:nvSpPr>
        <p:spPr>
          <a:xfrm>
            <a:off x="64008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3" name="Shape 341"/>
          <p:cNvSpPr/>
          <p:nvPr/>
        </p:nvSpPr>
        <p:spPr>
          <a:xfrm>
            <a:off x="64008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4" name="Shape 342"/>
          <p:cNvSpPr/>
          <p:nvPr/>
        </p:nvSpPr>
        <p:spPr>
          <a:xfrm>
            <a:off x="64008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5" name="Shape 343"/>
          <p:cNvSpPr/>
          <p:nvPr/>
        </p:nvSpPr>
        <p:spPr>
          <a:xfrm>
            <a:off x="64008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6" name="Shape 344"/>
          <p:cNvSpPr/>
          <p:nvPr/>
        </p:nvSpPr>
        <p:spPr>
          <a:xfrm>
            <a:off x="64008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7" name="Shape 345"/>
          <p:cNvSpPr/>
          <p:nvPr/>
        </p:nvSpPr>
        <p:spPr>
          <a:xfrm>
            <a:off x="64008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8" name="Shape 346"/>
          <p:cNvSpPr/>
          <p:nvPr/>
        </p:nvSpPr>
        <p:spPr>
          <a:xfrm>
            <a:off x="64008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9" name="Shape 347"/>
          <p:cNvSpPr/>
          <p:nvPr/>
        </p:nvSpPr>
        <p:spPr>
          <a:xfrm>
            <a:off x="64008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0" name="Shape 348"/>
          <p:cNvSpPr/>
          <p:nvPr/>
        </p:nvSpPr>
        <p:spPr>
          <a:xfrm>
            <a:off x="64008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1" name="Shape 349"/>
          <p:cNvSpPr/>
          <p:nvPr/>
        </p:nvSpPr>
        <p:spPr>
          <a:xfrm>
            <a:off x="64008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2" name="Shape 350"/>
          <p:cNvSpPr/>
          <p:nvPr/>
        </p:nvSpPr>
        <p:spPr>
          <a:xfrm>
            <a:off x="64008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3" name="Shape 351"/>
          <p:cNvSpPr/>
          <p:nvPr/>
        </p:nvSpPr>
        <p:spPr>
          <a:xfrm>
            <a:off x="64008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4" name="Shape 352"/>
          <p:cNvSpPr/>
          <p:nvPr/>
        </p:nvSpPr>
        <p:spPr>
          <a:xfrm>
            <a:off x="64008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5" name="Shape 353"/>
          <p:cNvSpPr/>
          <p:nvPr/>
        </p:nvSpPr>
        <p:spPr>
          <a:xfrm>
            <a:off x="64008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6" name="Shape 354"/>
          <p:cNvSpPr/>
          <p:nvPr/>
        </p:nvSpPr>
        <p:spPr>
          <a:xfrm>
            <a:off x="64008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7" name="Shape 355"/>
          <p:cNvSpPr/>
          <p:nvPr/>
        </p:nvSpPr>
        <p:spPr>
          <a:xfrm>
            <a:off x="64008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8" name="Shape 356"/>
          <p:cNvSpPr/>
          <p:nvPr/>
        </p:nvSpPr>
        <p:spPr>
          <a:xfrm>
            <a:off x="64008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9" name="Shape 357"/>
          <p:cNvSpPr/>
          <p:nvPr/>
        </p:nvSpPr>
        <p:spPr>
          <a:xfrm>
            <a:off x="67208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0" name="Shape 358"/>
          <p:cNvSpPr/>
          <p:nvPr/>
        </p:nvSpPr>
        <p:spPr>
          <a:xfrm>
            <a:off x="67208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1" name="Shape 359"/>
          <p:cNvSpPr/>
          <p:nvPr/>
        </p:nvSpPr>
        <p:spPr>
          <a:xfrm>
            <a:off x="67208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2" name="Shape 360"/>
          <p:cNvSpPr/>
          <p:nvPr/>
        </p:nvSpPr>
        <p:spPr>
          <a:xfrm>
            <a:off x="67208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3" name="Shape 361"/>
          <p:cNvSpPr/>
          <p:nvPr/>
        </p:nvSpPr>
        <p:spPr>
          <a:xfrm>
            <a:off x="67208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4" name="Shape 362"/>
          <p:cNvSpPr/>
          <p:nvPr/>
        </p:nvSpPr>
        <p:spPr>
          <a:xfrm>
            <a:off x="67208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5" name="Shape 363"/>
          <p:cNvSpPr/>
          <p:nvPr/>
        </p:nvSpPr>
        <p:spPr>
          <a:xfrm>
            <a:off x="67208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6" name="Shape 364"/>
          <p:cNvSpPr/>
          <p:nvPr/>
        </p:nvSpPr>
        <p:spPr>
          <a:xfrm>
            <a:off x="67208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7" name="Shape 365"/>
          <p:cNvSpPr/>
          <p:nvPr/>
        </p:nvSpPr>
        <p:spPr>
          <a:xfrm>
            <a:off x="67208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8" name="Shape 366"/>
          <p:cNvSpPr/>
          <p:nvPr/>
        </p:nvSpPr>
        <p:spPr>
          <a:xfrm>
            <a:off x="67208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9" name="Shape 367"/>
          <p:cNvSpPr/>
          <p:nvPr/>
        </p:nvSpPr>
        <p:spPr>
          <a:xfrm>
            <a:off x="67208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0" name="Shape 368"/>
          <p:cNvSpPr/>
          <p:nvPr/>
        </p:nvSpPr>
        <p:spPr>
          <a:xfrm>
            <a:off x="67208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1" name="Shape 369"/>
          <p:cNvSpPr/>
          <p:nvPr/>
        </p:nvSpPr>
        <p:spPr>
          <a:xfrm>
            <a:off x="67208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2" name="Shape 370"/>
          <p:cNvSpPr/>
          <p:nvPr/>
        </p:nvSpPr>
        <p:spPr>
          <a:xfrm>
            <a:off x="67208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3" name="Shape 371"/>
          <p:cNvSpPr/>
          <p:nvPr/>
        </p:nvSpPr>
        <p:spPr>
          <a:xfrm>
            <a:off x="67208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4" name="Shape 372"/>
          <p:cNvSpPr/>
          <p:nvPr/>
        </p:nvSpPr>
        <p:spPr>
          <a:xfrm>
            <a:off x="67208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5" name="Shape 373"/>
          <p:cNvSpPr/>
          <p:nvPr/>
        </p:nvSpPr>
        <p:spPr>
          <a:xfrm>
            <a:off x="67208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6" name="Shape 374"/>
          <p:cNvSpPr/>
          <p:nvPr/>
        </p:nvSpPr>
        <p:spPr>
          <a:xfrm>
            <a:off x="70408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7" name="Shape 375"/>
          <p:cNvSpPr/>
          <p:nvPr/>
        </p:nvSpPr>
        <p:spPr>
          <a:xfrm>
            <a:off x="70408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8" name="Shape 376"/>
          <p:cNvSpPr/>
          <p:nvPr/>
        </p:nvSpPr>
        <p:spPr>
          <a:xfrm>
            <a:off x="70408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9" name="Shape 377"/>
          <p:cNvSpPr/>
          <p:nvPr/>
        </p:nvSpPr>
        <p:spPr>
          <a:xfrm>
            <a:off x="70408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0" name="Shape 378"/>
          <p:cNvSpPr/>
          <p:nvPr/>
        </p:nvSpPr>
        <p:spPr>
          <a:xfrm>
            <a:off x="70408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1" name="Shape 379"/>
          <p:cNvSpPr/>
          <p:nvPr/>
        </p:nvSpPr>
        <p:spPr>
          <a:xfrm>
            <a:off x="70408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2" name="Shape 380"/>
          <p:cNvSpPr/>
          <p:nvPr/>
        </p:nvSpPr>
        <p:spPr>
          <a:xfrm>
            <a:off x="70408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3" name="Shape 381"/>
          <p:cNvSpPr/>
          <p:nvPr/>
        </p:nvSpPr>
        <p:spPr>
          <a:xfrm>
            <a:off x="70408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4" name="Shape 382"/>
          <p:cNvSpPr/>
          <p:nvPr/>
        </p:nvSpPr>
        <p:spPr>
          <a:xfrm>
            <a:off x="70408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5" name="Shape 383"/>
          <p:cNvSpPr/>
          <p:nvPr/>
        </p:nvSpPr>
        <p:spPr>
          <a:xfrm>
            <a:off x="70408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6" name="Shape 384"/>
          <p:cNvSpPr/>
          <p:nvPr/>
        </p:nvSpPr>
        <p:spPr>
          <a:xfrm>
            <a:off x="70408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7" name="Shape 385"/>
          <p:cNvSpPr/>
          <p:nvPr/>
        </p:nvSpPr>
        <p:spPr>
          <a:xfrm>
            <a:off x="70408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8" name="Shape 386"/>
          <p:cNvSpPr/>
          <p:nvPr/>
        </p:nvSpPr>
        <p:spPr>
          <a:xfrm>
            <a:off x="70408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9" name="Shape 387"/>
          <p:cNvSpPr/>
          <p:nvPr/>
        </p:nvSpPr>
        <p:spPr>
          <a:xfrm>
            <a:off x="70408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0" name="Shape 388"/>
          <p:cNvSpPr/>
          <p:nvPr/>
        </p:nvSpPr>
        <p:spPr>
          <a:xfrm>
            <a:off x="70408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1" name="Shape 389"/>
          <p:cNvSpPr/>
          <p:nvPr/>
        </p:nvSpPr>
        <p:spPr>
          <a:xfrm>
            <a:off x="70408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2" name="Shape 390"/>
          <p:cNvSpPr/>
          <p:nvPr/>
        </p:nvSpPr>
        <p:spPr>
          <a:xfrm>
            <a:off x="70408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3" name="Shape 391"/>
          <p:cNvSpPr/>
          <p:nvPr/>
        </p:nvSpPr>
        <p:spPr>
          <a:xfrm>
            <a:off x="73609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4" name="Shape 392"/>
          <p:cNvSpPr/>
          <p:nvPr/>
        </p:nvSpPr>
        <p:spPr>
          <a:xfrm>
            <a:off x="73609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5" name="Shape 393"/>
          <p:cNvSpPr/>
          <p:nvPr/>
        </p:nvSpPr>
        <p:spPr>
          <a:xfrm>
            <a:off x="73609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6" name="Shape 394"/>
          <p:cNvSpPr/>
          <p:nvPr/>
        </p:nvSpPr>
        <p:spPr>
          <a:xfrm>
            <a:off x="73609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7" name="Shape 395"/>
          <p:cNvSpPr/>
          <p:nvPr/>
        </p:nvSpPr>
        <p:spPr>
          <a:xfrm>
            <a:off x="73609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8" name="Shape 396"/>
          <p:cNvSpPr/>
          <p:nvPr/>
        </p:nvSpPr>
        <p:spPr>
          <a:xfrm>
            <a:off x="73609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9" name="Shape 397"/>
          <p:cNvSpPr/>
          <p:nvPr/>
        </p:nvSpPr>
        <p:spPr>
          <a:xfrm>
            <a:off x="73609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0" name="Shape 398"/>
          <p:cNvSpPr/>
          <p:nvPr/>
        </p:nvSpPr>
        <p:spPr>
          <a:xfrm>
            <a:off x="73609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1" name="Shape 399"/>
          <p:cNvSpPr/>
          <p:nvPr/>
        </p:nvSpPr>
        <p:spPr>
          <a:xfrm>
            <a:off x="73609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2" name="Shape 400"/>
          <p:cNvSpPr/>
          <p:nvPr/>
        </p:nvSpPr>
        <p:spPr>
          <a:xfrm>
            <a:off x="73609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3" name="Shape 401"/>
          <p:cNvSpPr/>
          <p:nvPr/>
        </p:nvSpPr>
        <p:spPr>
          <a:xfrm>
            <a:off x="73609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4" name="Shape 402"/>
          <p:cNvSpPr/>
          <p:nvPr/>
        </p:nvSpPr>
        <p:spPr>
          <a:xfrm>
            <a:off x="73609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5" name="Shape 403"/>
          <p:cNvSpPr/>
          <p:nvPr/>
        </p:nvSpPr>
        <p:spPr>
          <a:xfrm>
            <a:off x="73609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6" name="Shape 404"/>
          <p:cNvSpPr/>
          <p:nvPr/>
        </p:nvSpPr>
        <p:spPr>
          <a:xfrm>
            <a:off x="73609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7" name="Shape 405"/>
          <p:cNvSpPr/>
          <p:nvPr/>
        </p:nvSpPr>
        <p:spPr>
          <a:xfrm>
            <a:off x="73609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8" name="Shape 406"/>
          <p:cNvSpPr/>
          <p:nvPr/>
        </p:nvSpPr>
        <p:spPr>
          <a:xfrm>
            <a:off x="73609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9" name="Shape 407"/>
          <p:cNvSpPr/>
          <p:nvPr/>
        </p:nvSpPr>
        <p:spPr>
          <a:xfrm>
            <a:off x="73609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0" name="Shape 408"/>
          <p:cNvSpPr/>
          <p:nvPr/>
        </p:nvSpPr>
        <p:spPr>
          <a:xfrm>
            <a:off x="76809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1" name="Shape 409"/>
          <p:cNvSpPr/>
          <p:nvPr/>
        </p:nvSpPr>
        <p:spPr>
          <a:xfrm>
            <a:off x="76809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2" name="Shape 410"/>
          <p:cNvSpPr/>
          <p:nvPr/>
        </p:nvSpPr>
        <p:spPr>
          <a:xfrm>
            <a:off x="76809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3" name="Shape 411"/>
          <p:cNvSpPr/>
          <p:nvPr/>
        </p:nvSpPr>
        <p:spPr>
          <a:xfrm>
            <a:off x="76809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4" name="Shape 412"/>
          <p:cNvSpPr/>
          <p:nvPr/>
        </p:nvSpPr>
        <p:spPr>
          <a:xfrm>
            <a:off x="76809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5" name="Shape 413"/>
          <p:cNvSpPr/>
          <p:nvPr/>
        </p:nvSpPr>
        <p:spPr>
          <a:xfrm>
            <a:off x="76809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6" name="Shape 414"/>
          <p:cNvSpPr/>
          <p:nvPr/>
        </p:nvSpPr>
        <p:spPr>
          <a:xfrm>
            <a:off x="76809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7" name="Shape 415"/>
          <p:cNvSpPr/>
          <p:nvPr/>
        </p:nvSpPr>
        <p:spPr>
          <a:xfrm>
            <a:off x="76809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8" name="Shape 416"/>
          <p:cNvSpPr/>
          <p:nvPr/>
        </p:nvSpPr>
        <p:spPr>
          <a:xfrm>
            <a:off x="76809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9" name="Shape 417"/>
          <p:cNvSpPr/>
          <p:nvPr/>
        </p:nvSpPr>
        <p:spPr>
          <a:xfrm>
            <a:off x="76809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0" name="Shape 418"/>
          <p:cNvSpPr/>
          <p:nvPr/>
        </p:nvSpPr>
        <p:spPr>
          <a:xfrm>
            <a:off x="76809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1" name="Shape 419"/>
          <p:cNvSpPr/>
          <p:nvPr/>
        </p:nvSpPr>
        <p:spPr>
          <a:xfrm>
            <a:off x="76809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2" name="Shape 420"/>
          <p:cNvSpPr/>
          <p:nvPr/>
        </p:nvSpPr>
        <p:spPr>
          <a:xfrm>
            <a:off x="76809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3" name="Shape 421"/>
          <p:cNvSpPr/>
          <p:nvPr/>
        </p:nvSpPr>
        <p:spPr>
          <a:xfrm>
            <a:off x="76809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4" name="Shape 422"/>
          <p:cNvSpPr/>
          <p:nvPr/>
        </p:nvSpPr>
        <p:spPr>
          <a:xfrm>
            <a:off x="76809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5" name="Shape 423"/>
          <p:cNvSpPr/>
          <p:nvPr/>
        </p:nvSpPr>
        <p:spPr>
          <a:xfrm>
            <a:off x="76809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6" name="Shape 424"/>
          <p:cNvSpPr/>
          <p:nvPr/>
        </p:nvSpPr>
        <p:spPr>
          <a:xfrm>
            <a:off x="76809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7" name="Shape 425"/>
          <p:cNvSpPr/>
          <p:nvPr/>
        </p:nvSpPr>
        <p:spPr>
          <a:xfrm>
            <a:off x="80010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8" name="Shape 426"/>
          <p:cNvSpPr/>
          <p:nvPr/>
        </p:nvSpPr>
        <p:spPr>
          <a:xfrm>
            <a:off x="80010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9" name="Shape 427"/>
          <p:cNvSpPr/>
          <p:nvPr/>
        </p:nvSpPr>
        <p:spPr>
          <a:xfrm>
            <a:off x="80010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0" name="Shape 428"/>
          <p:cNvSpPr/>
          <p:nvPr/>
        </p:nvSpPr>
        <p:spPr>
          <a:xfrm>
            <a:off x="80010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1" name="Shape 429"/>
          <p:cNvSpPr/>
          <p:nvPr/>
        </p:nvSpPr>
        <p:spPr>
          <a:xfrm>
            <a:off x="80010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2" name="Shape 430"/>
          <p:cNvSpPr/>
          <p:nvPr/>
        </p:nvSpPr>
        <p:spPr>
          <a:xfrm>
            <a:off x="80010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3" name="Shape 431"/>
          <p:cNvSpPr/>
          <p:nvPr/>
        </p:nvSpPr>
        <p:spPr>
          <a:xfrm>
            <a:off x="80010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4" name="Shape 432"/>
          <p:cNvSpPr/>
          <p:nvPr/>
        </p:nvSpPr>
        <p:spPr>
          <a:xfrm>
            <a:off x="80010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5" name="Shape 433"/>
          <p:cNvSpPr/>
          <p:nvPr/>
        </p:nvSpPr>
        <p:spPr>
          <a:xfrm>
            <a:off x="80010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6" name="Shape 434"/>
          <p:cNvSpPr/>
          <p:nvPr/>
        </p:nvSpPr>
        <p:spPr>
          <a:xfrm>
            <a:off x="80010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7" name="Shape 435"/>
          <p:cNvSpPr/>
          <p:nvPr/>
        </p:nvSpPr>
        <p:spPr>
          <a:xfrm>
            <a:off x="80010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8" name="Shape 436"/>
          <p:cNvSpPr/>
          <p:nvPr/>
        </p:nvSpPr>
        <p:spPr>
          <a:xfrm>
            <a:off x="80010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9" name="Shape 437"/>
          <p:cNvSpPr/>
          <p:nvPr/>
        </p:nvSpPr>
        <p:spPr>
          <a:xfrm>
            <a:off x="80010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0" name="Shape 438"/>
          <p:cNvSpPr/>
          <p:nvPr/>
        </p:nvSpPr>
        <p:spPr>
          <a:xfrm>
            <a:off x="80010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1" name="Shape 439"/>
          <p:cNvSpPr/>
          <p:nvPr/>
        </p:nvSpPr>
        <p:spPr>
          <a:xfrm>
            <a:off x="80010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2" name="Shape 440"/>
          <p:cNvSpPr/>
          <p:nvPr/>
        </p:nvSpPr>
        <p:spPr>
          <a:xfrm>
            <a:off x="80010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3" name="Shape 441"/>
          <p:cNvSpPr/>
          <p:nvPr/>
        </p:nvSpPr>
        <p:spPr>
          <a:xfrm>
            <a:off x="80010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4" name="Shape 442"/>
          <p:cNvSpPr/>
          <p:nvPr/>
        </p:nvSpPr>
        <p:spPr>
          <a:xfrm>
            <a:off x="83210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5" name="Shape 443"/>
          <p:cNvSpPr/>
          <p:nvPr/>
        </p:nvSpPr>
        <p:spPr>
          <a:xfrm>
            <a:off x="83210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6" name="Shape 444"/>
          <p:cNvSpPr/>
          <p:nvPr/>
        </p:nvSpPr>
        <p:spPr>
          <a:xfrm>
            <a:off x="83210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7" name="Shape 445"/>
          <p:cNvSpPr/>
          <p:nvPr/>
        </p:nvSpPr>
        <p:spPr>
          <a:xfrm>
            <a:off x="83210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8" name="Shape 446"/>
          <p:cNvSpPr/>
          <p:nvPr/>
        </p:nvSpPr>
        <p:spPr>
          <a:xfrm>
            <a:off x="83210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9" name="Shape 447"/>
          <p:cNvSpPr/>
          <p:nvPr/>
        </p:nvSpPr>
        <p:spPr>
          <a:xfrm>
            <a:off x="83210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0" name="Shape 448"/>
          <p:cNvSpPr/>
          <p:nvPr/>
        </p:nvSpPr>
        <p:spPr>
          <a:xfrm>
            <a:off x="83210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1" name="Shape 449"/>
          <p:cNvSpPr/>
          <p:nvPr/>
        </p:nvSpPr>
        <p:spPr>
          <a:xfrm>
            <a:off x="83210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2" name="Shape 450"/>
          <p:cNvSpPr/>
          <p:nvPr/>
        </p:nvSpPr>
        <p:spPr>
          <a:xfrm>
            <a:off x="83210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3" name="Shape 451"/>
          <p:cNvSpPr/>
          <p:nvPr/>
        </p:nvSpPr>
        <p:spPr>
          <a:xfrm>
            <a:off x="83210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4" name="Shape 452"/>
          <p:cNvSpPr/>
          <p:nvPr/>
        </p:nvSpPr>
        <p:spPr>
          <a:xfrm>
            <a:off x="83210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5" name="Shape 453"/>
          <p:cNvSpPr/>
          <p:nvPr/>
        </p:nvSpPr>
        <p:spPr>
          <a:xfrm>
            <a:off x="83210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6" name="Shape 454"/>
          <p:cNvSpPr/>
          <p:nvPr/>
        </p:nvSpPr>
        <p:spPr>
          <a:xfrm>
            <a:off x="83210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7" name="Shape 455"/>
          <p:cNvSpPr/>
          <p:nvPr/>
        </p:nvSpPr>
        <p:spPr>
          <a:xfrm>
            <a:off x="83210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8" name="Shape 456"/>
          <p:cNvSpPr/>
          <p:nvPr/>
        </p:nvSpPr>
        <p:spPr>
          <a:xfrm>
            <a:off x="83210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9" name="Shape 457"/>
          <p:cNvSpPr/>
          <p:nvPr/>
        </p:nvSpPr>
        <p:spPr>
          <a:xfrm>
            <a:off x="83210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0" name="Shape 458"/>
          <p:cNvSpPr/>
          <p:nvPr/>
        </p:nvSpPr>
        <p:spPr>
          <a:xfrm>
            <a:off x="83210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1" name="Shape 459"/>
          <p:cNvSpPr/>
          <p:nvPr/>
        </p:nvSpPr>
        <p:spPr>
          <a:xfrm>
            <a:off x="86410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2" name="Shape 460"/>
          <p:cNvSpPr/>
          <p:nvPr/>
        </p:nvSpPr>
        <p:spPr>
          <a:xfrm>
            <a:off x="86410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3" name="Shape 461"/>
          <p:cNvSpPr/>
          <p:nvPr/>
        </p:nvSpPr>
        <p:spPr>
          <a:xfrm>
            <a:off x="86410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4" name="Shape 462"/>
          <p:cNvSpPr/>
          <p:nvPr/>
        </p:nvSpPr>
        <p:spPr>
          <a:xfrm>
            <a:off x="86410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5" name="Shape 463"/>
          <p:cNvSpPr/>
          <p:nvPr/>
        </p:nvSpPr>
        <p:spPr>
          <a:xfrm>
            <a:off x="86410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6" name="Shape 464"/>
          <p:cNvSpPr/>
          <p:nvPr/>
        </p:nvSpPr>
        <p:spPr>
          <a:xfrm>
            <a:off x="86410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7" name="Shape 465"/>
          <p:cNvSpPr/>
          <p:nvPr/>
        </p:nvSpPr>
        <p:spPr>
          <a:xfrm>
            <a:off x="86410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8" name="Shape 466"/>
          <p:cNvSpPr/>
          <p:nvPr/>
        </p:nvSpPr>
        <p:spPr>
          <a:xfrm>
            <a:off x="86410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9" name="Shape 467"/>
          <p:cNvSpPr/>
          <p:nvPr/>
        </p:nvSpPr>
        <p:spPr>
          <a:xfrm>
            <a:off x="86410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0" name="Shape 468"/>
          <p:cNvSpPr/>
          <p:nvPr/>
        </p:nvSpPr>
        <p:spPr>
          <a:xfrm>
            <a:off x="86410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1" name="Shape 469"/>
          <p:cNvSpPr/>
          <p:nvPr/>
        </p:nvSpPr>
        <p:spPr>
          <a:xfrm>
            <a:off x="86410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2" name="Shape 470"/>
          <p:cNvSpPr/>
          <p:nvPr/>
        </p:nvSpPr>
        <p:spPr>
          <a:xfrm>
            <a:off x="86410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3" name="Shape 471"/>
          <p:cNvSpPr/>
          <p:nvPr/>
        </p:nvSpPr>
        <p:spPr>
          <a:xfrm>
            <a:off x="86410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4" name="Shape 472"/>
          <p:cNvSpPr/>
          <p:nvPr/>
        </p:nvSpPr>
        <p:spPr>
          <a:xfrm>
            <a:off x="86410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5" name="Shape 473"/>
          <p:cNvSpPr/>
          <p:nvPr/>
        </p:nvSpPr>
        <p:spPr>
          <a:xfrm>
            <a:off x="86410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6" name="Shape 474"/>
          <p:cNvSpPr/>
          <p:nvPr/>
        </p:nvSpPr>
        <p:spPr>
          <a:xfrm>
            <a:off x="86410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7" name="Shape 475"/>
          <p:cNvSpPr/>
          <p:nvPr/>
        </p:nvSpPr>
        <p:spPr>
          <a:xfrm>
            <a:off x="86410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8" name="Shape 476"/>
          <p:cNvSpPr/>
          <p:nvPr/>
        </p:nvSpPr>
        <p:spPr>
          <a:xfrm>
            <a:off x="89611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9" name="Shape 477"/>
          <p:cNvSpPr/>
          <p:nvPr/>
        </p:nvSpPr>
        <p:spPr>
          <a:xfrm>
            <a:off x="89611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0" name="Shape 478"/>
          <p:cNvSpPr/>
          <p:nvPr/>
        </p:nvSpPr>
        <p:spPr>
          <a:xfrm>
            <a:off x="89611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1" name="Shape 479"/>
          <p:cNvSpPr/>
          <p:nvPr/>
        </p:nvSpPr>
        <p:spPr>
          <a:xfrm>
            <a:off x="89611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2" name="Shape 480"/>
          <p:cNvSpPr/>
          <p:nvPr/>
        </p:nvSpPr>
        <p:spPr>
          <a:xfrm>
            <a:off x="89611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3" name="Shape 481"/>
          <p:cNvSpPr/>
          <p:nvPr/>
        </p:nvSpPr>
        <p:spPr>
          <a:xfrm>
            <a:off x="89611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4" name="Shape 482"/>
          <p:cNvSpPr/>
          <p:nvPr/>
        </p:nvSpPr>
        <p:spPr>
          <a:xfrm>
            <a:off x="89611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5" name="Shape 483"/>
          <p:cNvSpPr/>
          <p:nvPr/>
        </p:nvSpPr>
        <p:spPr>
          <a:xfrm>
            <a:off x="89611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6" name="Shape 484"/>
          <p:cNvSpPr/>
          <p:nvPr/>
        </p:nvSpPr>
        <p:spPr>
          <a:xfrm>
            <a:off x="89611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7" name="Shape 485"/>
          <p:cNvSpPr/>
          <p:nvPr/>
        </p:nvSpPr>
        <p:spPr>
          <a:xfrm>
            <a:off x="89611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8" name="Shape 486"/>
          <p:cNvSpPr/>
          <p:nvPr/>
        </p:nvSpPr>
        <p:spPr>
          <a:xfrm>
            <a:off x="89611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9" name="Shape 487"/>
          <p:cNvSpPr/>
          <p:nvPr/>
        </p:nvSpPr>
        <p:spPr>
          <a:xfrm>
            <a:off x="89611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0" name="Shape 488"/>
          <p:cNvSpPr/>
          <p:nvPr/>
        </p:nvSpPr>
        <p:spPr>
          <a:xfrm>
            <a:off x="89611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1" name="Shape 489"/>
          <p:cNvSpPr/>
          <p:nvPr/>
        </p:nvSpPr>
        <p:spPr>
          <a:xfrm>
            <a:off x="89611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2" name="Shape 490"/>
          <p:cNvSpPr/>
          <p:nvPr/>
        </p:nvSpPr>
        <p:spPr>
          <a:xfrm>
            <a:off x="89611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3" name="Shape 491"/>
          <p:cNvSpPr/>
          <p:nvPr/>
        </p:nvSpPr>
        <p:spPr>
          <a:xfrm>
            <a:off x="89611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4" name="Shape 492"/>
          <p:cNvSpPr/>
          <p:nvPr/>
        </p:nvSpPr>
        <p:spPr>
          <a:xfrm>
            <a:off x="89611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5" name="Shape 49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6" name="Shape 494"/>
          <p:cNvSpPr/>
          <p:nvPr/>
        </p:nvSpPr>
        <p:spPr>
          <a:xfrm>
            <a:off x="365760" y="4846320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7" name="Text 495"/>
          <p:cNvSpPr/>
          <p:nvPr/>
        </p:nvSpPr>
        <p:spPr>
          <a:xfrm>
            <a:off x="548640" y="4773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Graphy</a:t>
            </a:r>
            <a:endParaRPr lang="en-US" sz="1000" dirty="0"/>
          </a:p>
        </p:txBody>
      </p:sp>
      <p:sp>
        <p:nvSpPr>
          <p:cNvPr id="498" name="Text 496"/>
          <p:cNvSpPr/>
          <p:nvPr/>
        </p:nvSpPr>
        <p:spPr>
          <a:xfrm>
            <a:off x="8046720" y="47731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499" name="Text 497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100" dirty="0"/>
          </a:p>
        </p:txBody>
      </p:sp>
      <p:sp>
        <p:nvSpPr>
          <p:cNvPr id="500" name="Text 498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Graphy — un IDE </a:t>
            </a:r>
            <a:r>
              <a:rPr lang="en-US" sz="360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visuel</a:t>
            </a: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600" dirty="0"/>
          </a:p>
        </p:txBody>
      </p:sp>
      <p:sp>
        <p:nvSpPr>
          <p:cNvPr id="501" name="Text 499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Fonctions, modules et classes deviennent des blocs reliés par des arêtes. Naviguez votre code comme une carte.</a:t>
            </a:r>
            <a:endParaRPr lang="en-US" sz="1500" dirty="0"/>
          </a:p>
        </p:txBody>
      </p:sp>
      <p:sp>
        <p:nvSpPr>
          <p:cNvPr id="502" name="Shape 500"/>
          <p:cNvSpPr/>
          <p:nvPr/>
        </p:nvSpPr>
        <p:spPr>
          <a:xfrm>
            <a:off x="434340" y="2286000"/>
            <a:ext cx="2606040" cy="93726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3" name="Shape 501"/>
          <p:cNvSpPr/>
          <p:nvPr/>
        </p:nvSpPr>
        <p:spPr>
          <a:xfrm>
            <a:off x="708660" y="2560320"/>
            <a:ext cx="502920" cy="50292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4" name="Text 502"/>
          <p:cNvSpPr/>
          <p:nvPr/>
        </p:nvSpPr>
        <p:spPr>
          <a:xfrm>
            <a:off x="70866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05" name="Text 503"/>
          <p:cNvSpPr/>
          <p:nvPr/>
        </p:nvSpPr>
        <p:spPr>
          <a:xfrm>
            <a:off x="1348740" y="25603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2200" dirty="0"/>
          </a:p>
        </p:txBody>
      </p:sp>
      <p:sp>
        <p:nvSpPr>
          <p:cNvPr id="507" name="Shape 505"/>
          <p:cNvSpPr/>
          <p:nvPr/>
        </p:nvSpPr>
        <p:spPr>
          <a:xfrm>
            <a:off x="3268980" y="2286000"/>
            <a:ext cx="2606040" cy="91440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8" name="Shape 506"/>
          <p:cNvSpPr/>
          <p:nvPr/>
        </p:nvSpPr>
        <p:spPr>
          <a:xfrm>
            <a:off x="3543300" y="2560320"/>
            <a:ext cx="502920" cy="502920"/>
          </a:xfrm>
          <a:prstGeom prst="ellipse">
            <a:avLst/>
          </a:prstGeom>
          <a:solidFill>
            <a:srgbClr val="A78BFA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9" name="Text 507"/>
          <p:cNvSpPr/>
          <p:nvPr/>
        </p:nvSpPr>
        <p:spPr>
          <a:xfrm>
            <a:off x="354330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510" name="Text 508"/>
          <p:cNvSpPr/>
          <p:nvPr/>
        </p:nvSpPr>
        <p:spPr>
          <a:xfrm>
            <a:off x="4183380" y="25603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2200" dirty="0"/>
          </a:p>
        </p:txBody>
      </p:sp>
      <p:sp>
        <p:nvSpPr>
          <p:cNvPr id="512" name="Shape 510"/>
          <p:cNvSpPr/>
          <p:nvPr/>
        </p:nvSpPr>
        <p:spPr>
          <a:xfrm>
            <a:off x="6103620" y="2286000"/>
            <a:ext cx="2606040" cy="93726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3" name="Shape 511"/>
          <p:cNvSpPr/>
          <p:nvPr/>
        </p:nvSpPr>
        <p:spPr>
          <a:xfrm>
            <a:off x="6377940" y="2560320"/>
            <a:ext cx="502920" cy="502920"/>
          </a:xfrm>
          <a:prstGeom prst="ellipse">
            <a:avLst/>
          </a:prstGeom>
          <a:solidFill>
            <a:srgbClr val="F472B6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4" name="Text 512"/>
          <p:cNvSpPr/>
          <p:nvPr/>
        </p:nvSpPr>
        <p:spPr>
          <a:xfrm>
            <a:off x="63779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515" name="Text 513"/>
          <p:cNvSpPr/>
          <p:nvPr/>
        </p:nvSpPr>
        <p:spPr>
          <a:xfrm>
            <a:off x="7018020" y="25603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43032F-2724-4FF2-0874-B1E046075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A1DECB-CE06-FCEF-C678-922F18430CF1}"/>
              </a:ext>
            </a:extLst>
          </p:cNvPr>
          <p:cNvSpPr/>
          <p:nvPr/>
        </p:nvSpPr>
        <p:spPr>
          <a:xfrm>
            <a:off x="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48AF689-1DB8-7332-04E3-D22D26421DEB}"/>
              </a:ext>
            </a:extLst>
          </p:cNvPr>
          <p:cNvSpPr/>
          <p:nvPr/>
        </p:nvSpPr>
        <p:spPr>
          <a:xfrm>
            <a:off x="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99D7CF4-9FCB-BDEB-0533-146567CB41E5}"/>
              </a:ext>
            </a:extLst>
          </p:cNvPr>
          <p:cNvSpPr/>
          <p:nvPr/>
        </p:nvSpPr>
        <p:spPr>
          <a:xfrm>
            <a:off x="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08A1B46-EAF7-BAF1-B0CF-64A253D7F855}"/>
              </a:ext>
            </a:extLst>
          </p:cNvPr>
          <p:cNvSpPr/>
          <p:nvPr/>
        </p:nvSpPr>
        <p:spPr>
          <a:xfrm>
            <a:off x="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C2DAE2B-1F95-51C4-8602-FD824123B232}"/>
              </a:ext>
            </a:extLst>
          </p:cNvPr>
          <p:cNvSpPr/>
          <p:nvPr/>
        </p:nvSpPr>
        <p:spPr>
          <a:xfrm>
            <a:off x="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5005807-D835-3009-485C-BFC27252385B}"/>
              </a:ext>
            </a:extLst>
          </p:cNvPr>
          <p:cNvSpPr/>
          <p:nvPr/>
        </p:nvSpPr>
        <p:spPr>
          <a:xfrm>
            <a:off x="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895F7B7-33F2-0401-87C9-72935ADC8CF3}"/>
              </a:ext>
            </a:extLst>
          </p:cNvPr>
          <p:cNvSpPr/>
          <p:nvPr/>
        </p:nvSpPr>
        <p:spPr>
          <a:xfrm>
            <a:off x="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14897AA-3D3F-C39B-690E-52145E95AA1B}"/>
              </a:ext>
            </a:extLst>
          </p:cNvPr>
          <p:cNvSpPr/>
          <p:nvPr/>
        </p:nvSpPr>
        <p:spPr>
          <a:xfrm>
            <a:off x="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EF3C9AC-4D1C-4BBD-1850-5B43E01B2DB4}"/>
              </a:ext>
            </a:extLst>
          </p:cNvPr>
          <p:cNvSpPr/>
          <p:nvPr/>
        </p:nvSpPr>
        <p:spPr>
          <a:xfrm>
            <a:off x="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3062F02-80CA-9E11-D91D-8FB4DCAD271A}"/>
              </a:ext>
            </a:extLst>
          </p:cNvPr>
          <p:cNvSpPr/>
          <p:nvPr/>
        </p:nvSpPr>
        <p:spPr>
          <a:xfrm>
            <a:off x="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8A623A2-0F98-E90D-7E35-437190BD9364}"/>
              </a:ext>
            </a:extLst>
          </p:cNvPr>
          <p:cNvSpPr/>
          <p:nvPr/>
        </p:nvSpPr>
        <p:spPr>
          <a:xfrm>
            <a:off x="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FC34A1B-A3B6-493E-415B-AC60CFD0F633}"/>
              </a:ext>
            </a:extLst>
          </p:cNvPr>
          <p:cNvSpPr/>
          <p:nvPr/>
        </p:nvSpPr>
        <p:spPr>
          <a:xfrm>
            <a:off x="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3DE55CE-BFFA-86F8-7658-ADE2277BF5C2}"/>
              </a:ext>
            </a:extLst>
          </p:cNvPr>
          <p:cNvSpPr/>
          <p:nvPr/>
        </p:nvSpPr>
        <p:spPr>
          <a:xfrm>
            <a:off x="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113E2E0-F4EB-6FC8-5703-283EA38252AC}"/>
              </a:ext>
            </a:extLst>
          </p:cNvPr>
          <p:cNvSpPr/>
          <p:nvPr/>
        </p:nvSpPr>
        <p:spPr>
          <a:xfrm>
            <a:off x="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27BACAC-8ECD-53F1-E4A7-725FE721D410}"/>
              </a:ext>
            </a:extLst>
          </p:cNvPr>
          <p:cNvSpPr/>
          <p:nvPr/>
        </p:nvSpPr>
        <p:spPr>
          <a:xfrm>
            <a:off x="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623FB37-AE08-3753-DB46-60B1F6C5D7C9}"/>
              </a:ext>
            </a:extLst>
          </p:cNvPr>
          <p:cNvSpPr/>
          <p:nvPr/>
        </p:nvSpPr>
        <p:spPr>
          <a:xfrm>
            <a:off x="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F1AF1E2-79E8-8FEE-0E24-88692F1ED597}"/>
              </a:ext>
            </a:extLst>
          </p:cNvPr>
          <p:cNvSpPr/>
          <p:nvPr/>
        </p:nvSpPr>
        <p:spPr>
          <a:xfrm>
            <a:off x="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161EFD0-AE1A-C2E2-FFDA-1361C9DFC220}"/>
              </a:ext>
            </a:extLst>
          </p:cNvPr>
          <p:cNvSpPr/>
          <p:nvPr/>
        </p:nvSpPr>
        <p:spPr>
          <a:xfrm>
            <a:off x="3200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5AA378F8-7239-807B-AB06-A792D428025D}"/>
              </a:ext>
            </a:extLst>
          </p:cNvPr>
          <p:cNvSpPr/>
          <p:nvPr/>
        </p:nvSpPr>
        <p:spPr>
          <a:xfrm>
            <a:off x="3200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BA8EB659-2A21-E13C-21D0-1958A04E59DA}"/>
              </a:ext>
            </a:extLst>
          </p:cNvPr>
          <p:cNvSpPr/>
          <p:nvPr/>
        </p:nvSpPr>
        <p:spPr>
          <a:xfrm>
            <a:off x="6400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0C142CB4-8B75-62D7-2D6C-DC9BA92C2715}"/>
              </a:ext>
            </a:extLst>
          </p:cNvPr>
          <p:cNvSpPr/>
          <p:nvPr/>
        </p:nvSpPr>
        <p:spPr>
          <a:xfrm>
            <a:off x="6400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1BEAFC70-FF6D-0556-7135-A6138892D872}"/>
              </a:ext>
            </a:extLst>
          </p:cNvPr>
          <p:cNvSpPr/>
          <p:nvPr/>
        </p:nvSpPr>
        <p:spPr>
          <a:xfrm>
            <a:off x="9601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487427AF-0C96-528E-9FDA-6AEAE267B117}"/>
              </a:ext>
            </a:extLst>
          </p:cNvPr>
          <p:cNvSpPr/>
          <p:nvPr/>
        </p:nvSpPr>
        <p:spPr>
          <a:xfrm>
            <a:off x="9601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76233619-1B5B-7BE5-17C8-075B1A5F1EC4}"/>
              </a:ext>
            </a:extLst>
          </p:cNvPr>
          <p:cNvSpPr/>
          <p:nvPr/>
        </p:nvSpPr>
        <p:spPr>
          <a:xfrm>
            <a:off x="12801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0F09A52C-3471-16CB-EEE1-D8E44DD76F85}"/>
              </a:ext>
            </a:extLst>
          </p:cNvPr>
          <p:cNvSpPr/>
          <p:nvPr/>
        </p:nvSpPr>
        <p:spPr>
          <a:xfrm>
            <a:off x="12801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30EB4F48-80E5-4920-7A2C-90CB288C6F26}"/>
              </a:ext>
            </a:extLst>
          </p:cNvPr>
          <p:cNvSpPr/>
          <p:nvPr/>
        </p:nvSpPr>
        <p:spPr>
          <a:xfrm>
            <a:off x="16002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3" name="Shape 101">
            <a:extLst>
              <a:ext uri="{FF2B5EF4-FFF2-40B4-BE49-F238E27FC236}">
                <a16:creationId xmlns:a16="http://schemas.microsoft.com/office/drawing/2014/main" id="{6808E481-6988-7BFB-12EA-486C45B96125}"/>
              </a:ext>
            </a:extLst>
          </p:cNvPr>
          <p:cNvSpPr/>
          <p:nvPr/>
        </p:nvSpPr>
        <p:spPr>
          <a:xfrm>
            <a:off x="16002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4" name="Shape 102">
            <a:extLst>
              <a:ext uri="{FF2B5EF4-FFF2-40B4-BE49-F238E27FC236}">
                <a16:creationId xmlns:a16="http://schemas.microsoft.com/office/drawing/2014/main" id="{5CF67DBD-D51D-940E-0982-D9C63EEC2CE3}"/>
              </a:ext>
            </a:extLst>
          </p:cNvPr>
          <p:cNvSpPr/>
          <p:nvPr/>
        </p:nvSpPr>
        <p:spPr>
          <a:xfrm>
            <a:off x="19202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0" name="Shape 118">
            <a:extLst>
              <a:ext uri="{FF2B5EF4-FFF2-40B4-BE49-F238E27FC236}">
                <a16:creationId xmlns:a16="http://schemas.microsoft.com/office/drawing/2014/main" id="{770EAD91-6064-07A6-BF52-C2C49977F6B3}"/>
              </a:ext>
            </a:extLst>
          </p:cNvPr>
          <p:cNvSpPr/>
          <p:nvPr/>
        </p:nvSpPr>
        <p:spPr>
          <a:xfrm>
            <a:off x="19202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1" name="Shape 119">
            <a:extLst>
              <a:ext uri="{FF2B5EF4-FFF2-40B4-BE49-F238E27FC236}">
                <a16:creationId xmlns:a16="http://schemas.microsoft.com/office/drawing/2014/main" id="{34747DFE-6D30-5556-DC97-6D1501961013}"/>
              </a:ext>
            </a:extLst>
          </p:cNvPr>
          <p:cNvSpPr/>
          <p:nvPr/>
        </p:nvSpPr>
        <p:spPr>
          <a:xfrm>
            <a:off x="22402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7" name="Shape 135">
            <a:extLst>
              <a:ext uri="{FF2B5EF4-FFF2-40B4-BE49-F238E27FC236}">
                <a16:creationId xmlns:a16="http://schemas.microsoft.com/office/drawing/2014/main" id="{7FC4B174-FEC4-7EFE-800D-20986DED0EB6}"/>
              </a:ext>
            </a:extLst>
          </p:cNvPr>
          <p:cNvSpPr/>
          <p:nvPr/>
        </p:nvSpPr>
        <p:spPr>
          <a:xfrm>
            <a:off x="22402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8" name="Shape 136">
            <a:extLst>
              <a:ext uri="{FF2B5EF4-FFF2-40B4-BE49-F238E27FC236}">
                <a16:creationId xmlns:a16="http://schemas.microsoft.com/office/drawing/2014/main" id="{CCF3AECE-CC8E-7252-8A79-8EF1A7F8AC17}"/>
              </a:ext>
            </a:extLst>
          </p:cNvPr>
          <p:cNvSpPr/>
          <p:nvPr/>
        </p:nvSpPr>
        <p:spPr>
          <a:xfrm>
            <a:off x="25603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4" name="Shape 152">
            <a:extLst>
              <a:ext uri="{FF2B5EF4-FFF2-40B4-BE49-F238E27FC236}">
                <a16:creationId xmlns:a16="http://schemas.microsoft.com/office/drawing/2014/main" id="{3B44EF5C-22A3-CDD7-D3AC-C1731C33FC46}"/>
              </a:ext>
            </a:extLst>
          </p:cNvPr>
          <p:cNvSpPr/>
          <p:nvPr/>
        </p:nvSpPr>
        <p:spPr>
          <a:xfrm>
            <a:off x="25603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5" name="Shape 153">
            <a:extLst>
              <a:ext uri="{FF2B5EF4-FFF2-40B4-BE49-F238E27FC236}">
                <a16:creationId xmlns:a16="http://schemas.microsoft.com/office/drawing/2014/main" id="{D5F1E716-B297-249A-4079-788B8A073E25}"/>
              </a:ext>
            </a:extLst>
          </p:cNvPr>
          <p:cNvSpPr/>
          <p:nvPr/>
        </p:nvSpPr>
        <p:spPr>
          <a:xfrm>
            <a:off x="28803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1" name="Shape 169">
            <a:extLst>
              <a:ext uri="{FF2B5EF4-FFF2-40B4-BE49-F238E27FC236}">
                <a16:creationId xmlns:a16="http://schemas.microsoft.com/office/drawing/2014/main" id="{C04B512D-8D09-505C-FE73-E79DD45AA3A0}"/>
              </a:ext>
            </a:extLst>
          </p:cNvPr>
          <p:cNvSpPr/>
          <p:nvPr/>
        </p:nvSpPr>
        <p:spPr>
          <a:xfrm>
            <a:off x="28803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2" name="Shape 170">
            <a:extLst>
              <a:ext uri="{FF2B5EF4-FFF2-40B4-BE49-F238E27FC236}">
                <a16:creationId xmlns:a16="http://schemas.microsoft.com/office/drawing/2014/main" id="{0FCDFF7C-C681-A3B6-97D3-A5E189983AAC}"/>
              </a:ext>
            </a:extLst>
          </p:cNvPr>
          <p:cNvSpPr/>
          <p:nvPr/>
        </p:nvSpPr>
        <p:spPr>
          <a:xfrm>
            <a:off x="32004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8" name="Shape 186">
            <a:extLst>
              <a:ext uri="{FF2B5EF4-FFF2-40B4-BE49-F238E27FC236}">
                <a16:creationId xmlns:a16="http://schemas.microsoft.com/office/drawing/2014/main" id="{F65327FC-A6E7-4678-49FA-A2EAAB038389}"/>
              </a:ext>
            </a:extLst>
          </p:cNvPr>
          <p:cNvSpPr/>
          <p:nvPr/>
        </p:nvSpPr>
        <p:spPr>
          <a:xfrm>
            <a:off x="32004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9" name="Shape 187">
            <a:extLst>
              <a:ext uri="{FF2B5EF4-FFF2-40B4-BE49-F238E27FC236}">
                <a16:creationId xmlns:a16="http://schemas.microsoft.com/office/drawing/2014/main" id="{80DB67F3-2671-69B8-4B6E-699BE7C46FDC}"/>
              </a:ext>
            </a:extLst>
          </p:cNvPr>
          <p:cNvSpPr/>
          <p:nvPr/>
        </p:nvSpPr>
        <p:spPr>
          <a:xfrm>
            <a:off x="35204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5" name="Shape 203">
            <a:extLst>
              <a:ext uri="{FF2B5EF4-FFF2-40B4-BE49-F238E27FC236}">
                <a16:creationId xmlns:a16="http://schemas.microsoft.com/office/drawing/2014/main" id="{09A9471A-EA8E-70BC-94F8-A128758C19FA}"/>
              </a:ext>
            </a:extLst>
          </p:cNvPr>
          <p:cNvSpPr/>
          <p:nvPr/>
        </p:nvSpPr>
        <p:spPr>
          <a:xfrm>
            <a:off x="35204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6" name="Shape 204">
            <a:extLst>
              <a:ext uri="{FF2B5EF4-FFF2-40B4-BE49-F238E27FC236}">
                <a16:creationId xmlns:a16="http://schemas.microsoft.com/office/drawing/2014/main" id="{B68F88FF-2E9B-759C-378E-4E533544A40D}"/>
              </a:ext>
            </a:extLst>
          </p:cNvPr>
          <p:cNvSpPr/>
          <p:nvPr/>
        </p:nvSpPr>
        <p:spPr>
          <a:xfrm>
            <a:off x="38404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2" name="Shape 220">
            <a:extLst>
              <a:ext uri="{FF2B5EF4-FFF2-40B4-BE49-F238E27FC236}">
                <a16:creationId xmlns:a16="http://schemas.microsoft.com/office/drawing/2014/main" id="{5B06078F-55DD-A84E-064A-2E94CC01FA49}"/>
              </a:ext>
            </a:extLst>
          </p:cNvPr>
          <p:cNvSpPr/>
          <p:nvPr/>
        </p:nvSpPr>
        <p:spPr>
          <a:xfrm>
            <a:off x="38404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3" name="Shape 221">
            <a:extLst>
              <a:ext uri="{FF2B5EF4-FFF2-40B4-BE49-F238E27FC236}">
                <a16:creationId xmlns:a16="http://schemas.microsoft.com/office/drawing/2014/main" id="{47A5364E-0350-468F-6D13-5A57FA9863E9}"/>
              </a:ext>
            </a:extLst>
          </p:cNvPr>
          <p:cNvSpPr/>
          <p:nvPr/>
        </p:nvSpPr>
        <p:spPr>
          <a:xfrm>
            <a:off x="41605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9" name="Shape 237">
            <a:extLst>
              <a:ext uri="{FF2B5EF4-FFF2-40B4-BE49-F238E27FC236}">
                <a16:creationId xmlns:a16="http://schemas.microsoft.com/office/drawing/2014/main" id="{05F34A88-DCF4-B670-8F28-E5489BB9089C}"/>
              </a:ext>
            </a:extLst>
          </p:cNvPr>
          <p:cNvSpPr/>
          <p:nvPr/>
        </p:nvSpPr>
        <p:spPr>
          <a:xfrm>
            <a:off x="41605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0" name="Shape 238">
            <a:extLst>
              <a:ext uri="{FF2B5EF4-FFF2-40B4-BE49-F238E27FC236}">
                <a16:creationId xmlns:a16="http://schemas.microsoft.com/office/drawing/2014/main" id="{12A0EB6A-C4B4-18F1-BF6E-BFA009D30FF3}"/>
              </a:ext>
            </a:extLst>
          </p:cNvPr>
          <p:cNvSpPr/>
          <p:nvPr/>
        </p:nvSpPr>
        <p:spPr>
          <a:xfrm>
            <a:off x="44805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6" name="Shape 254">
            <a:extLst>
              <a:ext uri="{FF2B5EF4-FFF2-40B4-BE49-F238E27FC236}">
                <a16:creationId xmlns:a16="http://schemas.microsoft.com/office/drawing/2014/main" id="{3F939525-FDCC-2359-2127-70FB09DE37BA}"/>
              </a:ext>
            </a:extLst>
          </p:cNvPr>
          <p:cNvSpPr/>
          <p:nvPr/>
        </p:nvSpPr>
        <p:spPr>
          <a:xfrm>
            <a:off x="44805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7" name="Shape 255">
            <a:extLst>
              <a:ext uri="{FF2B5EF4-FFF2-40B4-BE49-F238E27FC236}">
                <a16:creationId xmlns:a16="http://schemas.microsoft.com/office/drawing/2014/main" id="{2BDE4341-462A-949A-0435-15547FF96094}"/>
              </a:ext>
            </a:extLst>
          </p:cNvPr>
          <p:cNvSpPr/>
          <p:nvPr/>
        </p:nvSpPr>
        <p:spPr>
          <a:xfrm>
            <a:off x="48006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3" name="Shape 271">
            <a:extLst>
              <a:ext uri="{FF2B5EF4-FFF2-40B4-BE49-F238E27FC236}">
                <a16:creationId xmlns:a16="http://schemas.microsoft.com/office/drawing/2014/main" id="{96EBF831-E276-24A2-A199-F3ABF456BCF3}"/>
              </a:ext>
            </a:extLst>
          </p:cNvPr>
          <p:cNvSpPr/>
          <p:nvPr/>
        </p:nvSpPr>
        <p:spPr>
          <a:xfrm>
            <a:off x="48006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4" name="Shape 272">
            <a:extLst>
              <a:ext uri="{FF2B5EF4-FFF2-40B4-BE49-F238E27FC236}">
                <a16:creationId xmlns:a16="http://schemas.microsoft.com/office/drawing/2014/main" id="{CC649514-72FC-B5BA-8DA9-8479FFF27B04}"/>
              </a:ext>
            </a:extLst>
          </p:cNvPr>
          <p:cNvSpPr/>
          <p:nvPr/>
        </p:nvSpPr>
        <p:spPr>
          <a:xfrm>
            <a:off x="51206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0" name="Shape 288">
            <a:extLst>
              <a:ext uri="{FF2B5EF4-FFF2-40B4-BE49-F238E27FC236}">
                <a16:creationId xmlns:a16="http://schemas.microsoft.com/office/drawing/2014/main" id="{F73B7A69-79F5-3090-DDE5-7287EA365B9B}"/>
              </a:ext>
            </a:extLst>
          </p:cNvPr>
          <p:cNvSpPr/>
          <p:nvPr/>
        </p:nvSpPr>
        <p:spPr>
          <a:xfrm>
            <a:off x="51206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1" name="Shape 289">
            <a:extLst>
              <a:ext uri="{FF2B5EF4-FFF2-40B4-BE49-F238E27FC236}">
                <a16:creationId xmlns:a16="http://schemas.microsoft.com/office/drawing/2014/main" id="{69DFBF8B-8AC8-0A13-408D-65868B3F28B6}"/>
              </a:ext>
            </a:extLst>
          </p:cNvPr>
          <p:cNvSpPr/>
          <p:nvPr/>
        </p:nvSpPr>
        <p:spPr>
          <a:xfrm>
            <a:off x="54406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7" name="Shape 305">
            <a:extLst>
              <a:ext uri="{FF2B5EF4-FFF2-40B4-BE49-F238E27FC236}">
                <a16:creationId xmlns:a16="http://schemas.microsoft.com/office/drawing/2014/main" id="{27DD8299-4A30-7DB6-992F-A229B1FA66CE}"/>
              </a:ext>
            </a:extLst>
          </p:cNvPr>
          <p:cNvSpPr/>
          <p:nvPr/>
        </p:nvSpPr>
        <p:spPr>
          <a:xfrm>
            <a:off x="54406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8" name="Shape 306">
            <a:extLst>
              <a:ext uri="{FF2B5EF4-FFF2-40B4-BE49-F238E27FC236}">
                <a16:creationId xmlns:a16="http://schemas.microsoft.com/office/drawing/2014/main" id="{A709F83C-BF26-3E15-2C3D-00BD7ED6E692}"/>
              </a:ext>
            </a:extLst>
          </p:cNvPr>
          <p:cNvSpPr/>
          <p:nvPr/>
        </p:nvSpPr>
        <p:spPr>
          <a:xfrm>
            <a:off x="57607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4" name="Shape 322">
            <a:extLst>
              <a:ext uri="{FF2B5EF4-FFF2-40B4-BE49-F238E27FC236}">
                <a16:creationId xmlns:a16="http://schemas.microsoft.com/office/drawing/2014/main" id="{7A984626-BA30-0B08-9FFD-7D3FB092647D}"/>
              </a:ext>
            </a:extLst>
          </p:cNvPr>
          <p:cNvSpPr/>
          <p:nvPr/>
        </p:nvSpPr>
        <p:spPr>
          <a:xfrm>
            <a:off x="57607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5" name="Shape 323">
            <a:extLst>
              <a:ext uri="{FF2B5EF4-FFF2-40B4-BE49-F238E27FC236}">
                <a16:creationId xmlns:a16="http://schemas.microsoft.com/office/drawing/2014/main" id="{17E11D5B-20A6-6E26-3F90-1F0C86AE9B9A}"/>
              </a:ext>
            </a:extLst>
          </p:cNvPr>
          <p:cNvSpPr/>
          <p:nvPr/>
        </p:nvSpPr>
        <p:spPr>
          <a:xfrm>
            <a:off x="60807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1" name="Shape 339">
            <a:extLst>
              <a:ext uri="{FF2B5EF4-FFF2-40B4-BE49-F238E27FC236}">
                <a16:creationId xmlns:a16="http://schemas.microsoft.com/office/drawing/2014/main" id="{669D9AD7-4835-94B3-A5F1-F4C906CA0FA5}"/>
              </a:ext>
            </a:extLst>
          </p:cNvPr>
          <p:cNvSpPr/>
          <p:nvPr/>
        </p:nvSpPr>
        <p:spPr>
          <a:xfrm>
            <a:off x="60807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2" name="Shape 340">
            <a:extLst>
              <a:ext uri="{FF2B5EF4-FFF2-40B4-BE49-F238E27FC236}">
                <a16:creationId xmlns:a16="http://schemas.microsoft.com/office/drawing/2014/main" id="{07EE3CFC-DFD9-3CF3-A99E-465058E6B00C}"/>
              </a:ext>
            </a:extLst>
          </p:cNvPr>
          <p:cNvSpPr/>
          <p:nvPr/>
        </p:nvSpPr>
        <p:spPr>
          <a:xfrm>
            <a:off x="64008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8" name="Shape 356">
            <a:extLst>
              <a:ext uri="{FF2B5EF4-FFF2-40B4-BE49-F238E27FC236}">
                <a16:creationId xmlns:a16="http://schemas.microsoft.com/office/drawing/2014/main" id="{EA0668BA-B338-2E53-1C5E-1F4AB3BD4FB7}"/>
              </a:ext>
            </a:extLst>
          </p:cNvPr>
          <p:cNvSpPr/>
          <p:nvPr/>
        </p:nvSpPr>
        <p:spPr>
          <a:xfrm>
            <a:off x="64008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9" name="Shape 357">
            <a:extLst>
              <a:ext uri="{FF2B5EF4-FFF2-40B4-BE49-F238E27FC236}">
                <a16:creationId xmlns:a16="http://schemas.microsoft.com/office/drawing/2014/main" id="{9D3E58D6-835D-751D-8374-36E22A6DC6B6}"/>
              </a:ext>
            </a:extLst>
          </p:cNvPr>
          <p:cNvSpPr/>
          <p:nvPr/>
        </p:nvSpPr>
        <p:spPr>
          <a:xfrm>
            <a:off x="67208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5" name="Shape 373">
            <a:extLst>
              <a:ext uri="{FF2B5EF4-FFF2-40B4-BE49-F238E27FC236}">
                <a16:creationId xmlns:a16="http://schemas.microsoft.com/office/drawing/2014/main" id="{34CC9920-D6BD-0E65-59E4-38974EA17EBE}"/>
              </a:ext>
            </a:extLst>
          </p:cNvPr>
          <p:cNvSpPr/>
          <p:nvPr/>
        </p:nvSpPr>
        <p:spPr>
          <a:xfrm>
            <a:off x="67208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6" name="Shape 374">
            <a:extLst>
              <a:ext uri="{FF2B5EF4-FFF2-40B4-BE49-F238E27FC236}">
                <a16:creationId xmlns:a16="http://schemas.microsoft.com/office/drawing/2014/main" id="{CB156FAC-9571-CF21-D95F-9CD12D49BCD4}"/>
              </a:ext>
            </a:extLst>
          </p:cNvPr>
          <p:cNvSpPr/>
          <p:nvPr/>
        </p:nvSpPr>
        <p:spPr>
          <a:xfrm>
            <a:off x="70408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2" name="Shape 390">
            <a:extLst>
              <a:ext uri="{FF2B5EF4-FFF2-40B4-BE49-F238E27FC236}">
                <a16:creationId xmlns:a16="http://schemas.microsoft.com/office/drawing/2014/main" id="{C30A59CC-B359-4104-7C34-1F47B848421C}"/>
              </a:ext>
            </a:extLst>
          </p:cNvPr>
          <p:cNvSpPr/>
          <p:nvPr/>
        </p:nvSpPr>
        <p:spPr>
          <a:xfrm>
            <a:off x="70408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3" name="Shape 391">
            <a:extLst>
              <a:ext uri="{FF2B5EF4-FFF2-40B4-BE49-F238E27FC236}">
                <a16:creationId xmlns:a16="http://schemas.microsoft.com/office/drawing/2014/main" id="{0B6FEFCB-2D81-ECA4-F773-255AC3B5F2DE}"/>
              </a:ext>
            </a:extLst>
          </p:cNvPr>
          <p:cNvSpPr/>
          <p:nvPr/>
        </p:nvSpPr>
        <p:spPr>
          <a:xfrm>
            <a:off x="73609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9" name="Shape 407">
            <a:extLst>
              <a:ext uri="{FF2B5EF4-FFF2-40B4-BE49-F238E27FC236}">
                <a16:creationId xmlns:a16="http://schemas.microsoft.com/office/drawing/2014/main" id="{611AE1DD-9D7B-F475-DCB8-095A797A65DB}"/>
              </a:ext>
            </a:extLst>
          </p:cNvPr>
          <p:cNvSpPr/>
          <p:nvPr/>
        </p:nvSpPr>
        <p:spPr>
          <a:xfrm>
            <a:off x="73609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0" name="Shape 408">
            <a:extLst>
              <a:ext uri="{FF2B5EF4-FFF2-40B4-BE49-F238E27FC236}">
                <a16:creationId xmlns:a16="http://schemas.microsoft.com/office/drawing/2014/main" id="{5D8ECA67-AED6-D705-84D5-47CA23F47966}"/>
              </a:ext>
            </a:extLst>
          </p:cNvPr>
          <p:cNvSpPr/>
          <p:nvPr/>
        </p:nvSpPr>
        <p:spPr>
          <a:xfrm>
            <a:off x="76809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6" name="Shape 424">
            <a:extLst>
              <a:ext uri="{FF2B5EF4-FFF2-40B4-BE49-F238E27FC236}">
                <a16:creationId xmlns:a16="http://schemas.microsoft.com/office/drawing/2014/main" id="{37DCE444-636D-AD49-D1BA-A3B75722A55B}"/>
              </a:ext>
            </a:extLst>
          </p:cNvPr>
          <p:cNvSpPr/>
          <p:nvPr/>
        </p:nvSpPr>
        <p:spPr>
          <a:xfrm>
            <a:off x="76809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7" name="Shape 425">
            <a:extLst>
              <a:ext uri="{FF2B5EF4-FFF2-40B4-BE49-F238E27FC236}">
                <a16:creationId xmlns:a16="http://schemas.microsoft.com/office/drawing/2014/main" id="{FA83D175-0B52-ED49-7241-E325B3DED534}"/>
              </a:ext>
            </a:extLst>
          </p:cNvPr>
          <p:cNvSpPr/>
          <p:nvPr/>
        </p:nvSpPr>
        <p:spPr>
          <a:xfrm>
            <a:off x="80010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3" name="Shape 441">
            <a:extLst>
              <a:ext uri="{FF2B5EF4-FFF2-40B4-BE49-F238E27FC236}">
                <a16:creationId xmlns:a16="http://schemas.microsoft.com/office/drawing/2014/main" id="{4595142D-8C76-FAE2-E9F6-EE20EF88A4A4}"/>
              </a:ext>
            </a:extLst>
          </p:cNvPr>
          <p:cNvSpPr/>
          <p:nvPr/>
        </p:nvSpPr>
        <p:spPr>
          <a:xfrm>
            <a:off x="80010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4" name="Shape 442">
            <a:extLst>
              <a:ext uri="{FF2B5EF4-FFF2-40B4-BE49-F238E27FC236}">
                <a16:creationId xmlns:a16="http://schemas.microsoft.com/office/drawing/2014/main" id="{24107690-F230-CA49-54B0-237710848EDB}"/>
              </a:ext>
            </a:extLst>
          </p:cNvPr>
          <p:cNvSpPr/>
          <p:nvPr/>
        </p:nvSpPr>
        <p:spPr>
          <a:xfrm>
            <a:off x="83210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0" name="Shape 458">
            <a:extLst>
              <a:ext uri="{FF2B5EF4-FFF2-40B4-BE49-F238E27FC236}">
                <a16:creationId xmlns:a16="http://schemas.microsoft.com/office/drawing/2014/main" id="{A388E582-F734-74D1-5BC4-0F747C767D7E}"/>
              </a:ext>
            </a:extLst>
          </p:cNvPr>
          <p:cNvSpPr/>
          <p:nvPr/>
        </p:nvSpPr>
        <p:spPr>
          <a:xfrm>
            <a:off x="83210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1" name="Shape 459">
            <a:extLst>
              <a:ext uri="{FF2B5EF4-FFF2-40B4-BE49-F238E27FC236}">
                <a16:creationId xmlns:a16="http://schemas.microsoft.com/office/drawing/2014/main" id="{6F1E97D5-E3AF-BCE2-436B-093DE1067963}"/>
              </a:ext>
            </a:extLst>
          </p:cNvPr>
          <p:cNvSpPr/>
          <p:nvPr/>
        </p:nvSpPr>
        <p:spPr>
          <a:xfrm>
            <a:off x="86410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7" name="Shape 475">
            <a:extLst>
              <a:ext uri="{FF2B5EF4-FFF2-40B4-BE49-F238E27FC236}">
                <a16:creationId xmlns:a16="http://schemas.microsoft.com/office/drawing/2014/main" id="{31946706-1C8A-7952-C64B-381F79DBE377}"/>
              </a:ext>
            </a:extLst>
          </p:cNvPr>
          <p:cNvSpPr/>
          <p:nvPr/>
        </p:nvSpPr>
        <p:spPr>
          <a:xfrm>
            <a:off x="86410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8" name="Shape 476">
            <a:extLst>
              <a:ext uri="{FF2B5EF4-FFF2-40B4-BE49-F238E27FC236}">
                <a16:creationId xmlns:a16="http://schemas.microsoft.com/office/drawing/2014/main" id="{B58D74B5-5C9C-1B77-0B19-E0BE7DC4ECCA}"/>
              </a:ext>
            </a:extLst>
          </p:cNvPr>
          <p:cNvSpPr/>
          <p:nvPr/>
        </p:nvSpPr>
        <p:spPr>
          <a:xfrm>
            <a:off x="89611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4" name="Shape 492">
            <a:extLst>
              <a:ext uri="{FF2B5EF4-FFF2-40B4-BE49-F238E27FC236}">
                <a16:creationId xmlns:a16="http://schemas.microsoft.com/office/drawing/2014/main" id="{542D974A-F9D7-EEFF-04F1-428EA12F5C13}"/>
              </a:ext>
            </a:extLst>
          </p:cNvPr>
          <p:cNvSpPr/>
          <p:nvPr/>
        </p:nvSpPr>
        <p:spPr>
          <a:xfrm>
            <a:off x="89611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5" name="Shape 493">
            <a:extLst>
              <a:ext uri="{FF2B5EF4-FFF2-40B4-BE49-F238E27FC236}">
                <a16:creationId xmlns:a16="http://schemas.microsoft.com/office/drawing/2014/main" id="{F3B4472E-5FDA-266E-C577-67B4E41C8AAE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17" name="Picture 516">
            <a:extLst>
              <a:ext uri="{FF2B5EF4-FFF2-40B4-BE49-F238E27FC236}">
                <a16:creationId xmlns:a16="http://schemas.microsoft.com/office/drawing/2014/main" id="{7E780550-B1A9-BA85-3BF1-2251373F7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482" y="-51881"/>
            <a:ext cx="8281035" cy="538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590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C71CF2-1FA0-2664-04FA-3BC909A6C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47C687-4445-CFC8-4CA1-89439E47682F}"/>
              </a:ext>
            </a:extLst>
          </p:cNvPr>
          <p:cNvSpPr/>
          <p:nvPr/>
        </p:nvSpPr>
        <p:spPr>
          <a:xfrm>
            <a:off x="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8338FBF-A1D4-EA1D-FA91-3CFB5CE0C9DB}"/>
              </a:ext>
            </a:extLst>
          </p:cNvPr>
          <p:cNvSpPr/>
          <p:nvPr/>
        </p:nvSpPr>
        <p:spPr>
          <a:xfrm>
            <a:off x="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A99226F-68CD-FC85-9DCB-431BF49F6BFF}"/>
              </a:ext>
            </a:extLst>
          </p:cNvPr>
          <p:cNvSpPr/>
          <p:nvPr/>
        </p:nvSpPr>
        <p:spPr>
          <a:xfrm>
            <a:off x="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9851EA4-4CCB-B8B4-6CC6-AFD63C71D5F5}"/>
              </a:ext>
            </a:extLst>
          </p:cNvPr>
          <p:cNvSpPr/>
          <p:nvPr/>
        </p:nvSpPr>
        <p:spPr>
          <a:xfrm>
            <a:off x="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AEA10CD-43C9-18ED-4682-E697C7AFBCD5}"/>
              </a:ext>
            </a:extLst>
          </p:cNvPr>
          <p:cNvSpPr/>
          <p:nvPr/>
        </p:nvSpPr>
        <p:spPr>
          <a:xfrm>
            <a:off x="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2459E60-7C66-F5F1-B367-16174EBB23DD}"/>
              </a:ext>
            </a:extLst>
          </p:cNvPr>
          <p:cNvSpPr/>
          <p:nvPr/>
        </p:nvSpPr>
        <p:spPr>
          <a:xfrm>
            <a:off x="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7848997-CA51-90AA-DC15-102DF71EACAF}"/>
              </a:ext>
            </a:extLst>
          </p:cNvPr>
          <p:cNvSpPr/>
          <p:nvPr/>
        </p:nvSpPr>
        <p:spPr>
          <a:xfrm>
            <a:off x="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3D55D5B-0A5E-79C7-A72A-6DE5512F9EBB}"/>
              </a:ext>
            </a:extLst>
          </p:cNvPr>
          <p:cNvSpPr/>
          <p:nvPr/>
        </p:nvSpPr>
        <p:spPr>
          <a:xfrm>
            <a:off x="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68240CA-6EA9-923A-AF3B-FF13532240CE}"/>
              </a:ext>
            </a:extLst>
          </p:cNvPr>
          <p:cNvSpPr/>
          <p:nvPr/>
        </p:nvSpPr>
        <p:spPr>
          <a:xfrm>
            <a:off x="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25B9620-D157-59AC-190E-F126E9C2F691}"/>
              </a:ext>
            </a:extLst>
          </p:cNvPr>
          <p:cNvSpPr/>
          <p:nvPr/>
        </p:nvSpPr>
        <p:spPr>
          <a:xfrm>
            <a:off x="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5F35B53-96F8-2FF4-E9BC-A709DB90B7CC}"/>
              </a:ext>
            </a:extLst>
          </p:cNvPr>
          <p:cNvSpPr/>
          <p:nvPr/>
        </p:nvSpPr>
        <p:spPr>
          <a:xfrm>
            <a:off x="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1F9EE7E-4F6D-0916-42C1-2CC867A905C6}"/>
              </a:ext>
            </a:extLst>
          </p:cNvPr>
          <p:cNvSpPr/>
          <p:nvPr/>
        </p:nvSpPr>
        <p:spPr>
          <a:xfrm>
            <a:off x="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254ACD9-DF8A-D9E4-2E9C-BBBEB26AFCAA}"/>
              </a:ext>
            </a:extLst>
          </p:cNvPr>
          <p:cNvSpPr/>
          <p:nvPr/>
        </p:nvSpPr>
        <p:spPr>
          <a:xfrm>
            <a:off x="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2D3FD04-0282-6FF4-81B8-744723079740}"/>
              </a:ext>
            </a:extLst>
          </p:cNvPr>
          <p:cNvSpPr/>
          <p:nvPr/>
        </p:nvSpPr>
        <p:spPr>
          <a:xfrm>
            <a:off x="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DC55C8E-D601-3F3B-BBFF-F8E312F6E42D}"/>
              </a:ext>
            </a:extLst>
          </p:cNvPr>
          <p:cNvSpPr/>
          <p:nvPr/>
        </p:nvSpPr>
        <p:spPr>
          <a:xfrm>
            <a:off x="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DCE27D1-E7B6-A39F-74A2-079387C00AF3}"/>
              </a:ext>
            </a:extLst>
          </p:cNvPr>
          <p:cNvSpPr/>
          <p:nvPr/>
        </p:nvSpPr>
        <p:spPr>
          <a:xfrm>
            <a:off x="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EBC581A-35C3-8CE9-FFAB-E82E565644A5}"/>
              </a:ext>
            </a:extLst>
          </p:cNvPr>
          <p:cNvSpPr/>
          <p:nvPr/>
        </p:nvSpPr>
        <p:spPr>
          <a:xfrm>
            <a:off x="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235F1A7-5B84-F799-8392-CA0E74CA94AC}"/>
              </a:ext>
            </a:extLst>
          </p:cNvPr>
          <p:cNvSpPr/>
          <p:nvPr/>
        </p:nvSpPr>
        <p:spPr>
          <a:xfrm>
            <a:off x="3200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E72F1BCC-54DC-4860-96B9-AC7E8AE4480F}"/>
              </a:ext>
            </a:extLst>
          </p:cNvPr>
          <p:cNvSpPr/>
          <p:nvPr/>
        </p:nvSpPr>
        <p:spPr>
          <a:xfrm>
            <a:off x="3200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D0A603FE-7279-C8C8-039E-834D31B16BF3}"/>
              </a:ext>
            </a:extLst>
          </p:cNvPr>
          <p:cNvSpPr/>
          <p:nvPr/>
        </p:nvSpPr>
        <p:spPr>
          <a:xfrm>
            <a:off x="6400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08EBE94F-9346-3C16-E63D-A10474967D16}"/>
              </a:ext>
            </a:extLst>
          </p:cNvPr>
          <p:cNvSpPr/>
          <p:nvPr/>
        </p:nvSpPr>
        <p:spPr>
          <a:xfrm>
            <a:off x="6400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8E2215C9-8B80-E124-11F8-B314E8BE4C82}"/>
              </a:ext>
            </a:extLst>
          </p:cNvPr>
          <p:cNvSpPr/>
          <p:nvPr/>
        </p:nvSpPr>
        <p:spPr>
          <a:xfrm>
            <a:off x="9601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A5930DF9-189E-DFD2-9E61-0A319DCCA436}"/>
              </a:ext>
            </a:extLst>
          </p:cNvPr>
          <p:cNvSpPr/>
          <p:nvPr/>
        </p:nvSpPr>
        <p:spPr>
          <a:xfrm>
            <a:off x="9601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F7CF2E98-039E-D557-876C-3912EE2B7E9B}"/>
              </a:ext>
            </a:extLst>
          </p:cNvPr>
          <p:cNvSpPr/>
          <p:nvPr/>
        </p:nvSpPr>
        <p:spPr>
          <a:xfrm>
            <a:off x="12801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62F1D216-7669-9079-AFE6-B05C77975446}"/>
              </a:ext>
            </a:extLst>
          </p:cNvPr>
          <p:cNvSpPr/>
          <p:nvPr/>
        </p:nvSpPr>
        <p:spPr>
          <a:xfrm>
            <a:off x="12801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4767B7B5-7A94-368C-8EB3-C90029924314}"/>
              </a:ext>
            </a:extLst>
          </p:cNvPr>
          <p:cNvSpPr/>
          <p:nvPr/>
        </p:nvSpPr>
        <p:spPr>
          <a:xfrm>
            <a:off x="16002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3" name="Shape 101">
            <a:extLst>
              <a:ext uri="{FF2B5EF4-FFF2-40B4-BE49-F238E27FC236}">
                <a16:creationId xmlns:a16="http://schemas.microsoft.com/office/drawing/2014/main" id="{3056F219-27B0-0EF1-7995-29BF1E82B118}"/>
              </a:ext>
            </a:extLst>
          </p:cNvPr>
          <p:cNvSpPr/>
          <p:nvPr/>
        </p:nvSpPr>
        <p:spPr>
          <a:xfrm>
            <a:off x="16002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4" name="Shape 102">
            <a:extLst>
              <a:ext uri="{FF2B5EF4-FFF2-40B4-BE49-F238E27FC236}">
                <a16:creationId xmlns:a16="http://schemas.microsoft.com/office/drawing/2014/main" id="{56BC0B33-60B0-A326-F050-AD566BA17E55}"/>
              </a:ext>
            </a:extLst>
          </p:cNvPr>
          <p:cNvSpPr/>
          <p:nvPr/>
        </p:nvSpPr>
        <p:spPr>
          <a:xfrm>
            <a:off x="19202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0" name="Shape 118">
            <a:extLst>
              <a:ext uri="{FF2B5EF4-FFF2-40B4-BE49-F238E27FC236}">
                <a16:creationId xmlns:a16="http://schemas.microsoft.com/office/drawing/2014/main" id="{5881A5A2-293B-1498-0462-DCA6C46B04CE}"/>
              </a:ext>
            </a:extLst>
          </p:cNvPr>
          <p:cNvSpPr/>
          <p:nvPr/>
        </p:nvSpPr>
        <p:spPr>
          <a:xfrm>
            <a:off x="19202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1" name="Shape 119">
            <a:extLst>
              <a:ext uri="{FF2B5EF4-FFF2-40B4-BE49-F238E27FC236}">
                <a16:creationId xmlns:a16="http://schemas.microsoft.com/office/drawing/2014/main" id="{1A96CA95-C36B-AEB0-7549-656145872269}"/>
              </a:ext>
            </a:extLst>
          </p:cNvPr>
          <p:cNvSpPr/>
          <p:nvPr/>
        </p:nvSpPr>
        <p:spPr>
          <a:xfrm>
            <a:off x="22402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7" name="Shape 135">
            <a:extLst>
              <a:ext uri="{FF2B5EF4-FFF2-40B4-BE49-F238E27FC236}">
                <a16:creationId xmlns:a16="http://schemas.microsoft.com/office/drawing/2014/main" id="{D0EAFD2A-A56B-6CDE-CB50-06F429E358B0}"/>
              </a:ext>
            </a:extLst>
          </p:cNvPr>
          <p:cNvSpPr/>
          <p:nvPr/>
        </p:nvSpPr>
        <p:spPr>
          <a:xfrm>
            <a:off x="22402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8" name="Shape 136">
            <a:extLst>
              <a:ext uri="{FF2B5EF4-FFF2-40B4-BE49-F238E27FC236}">
                <a16:creationId xmlns:a16="http://schemas.microsoft.com/office/drawing/2014/main" id="{81DF7AE4-CAD9-D003-56FE-A59196F66C2F}"/>
              </a:ext>
            </a:extLst>
          </p:cNvPr>
          <p:cNvSpPr/>
          <p:nvPr/>
        </p:nvSpPr>
        <p:spPr>
          <a:xfrm>
            <a:off x="25603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4" name="Shape 152">
            <a:extLst>
              <a:ext uri="{FF2B5EF4-FFF2-40B4-BE49-F238E27FC236}">
                <a16:creationId xmlns:a16="http://schemas.microsoft.com/office/drawing/2014/main" id="{F63B57C0-763A-3CDE-7F2B-10178448C986}"/>
              </a:ext>
            </a:extLst>
          </p:cNvPr>
          <p:cNvSpPr/>
          <p:nvPr/>
        </p:nvSpPr>
        <p:spPr>
          <a:xfrm>
            <a:off x="25603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5" name="Shape 153">
            <a:extLst>
              <a:ext uri="{FF2B5EF4-FFF2-40B4-BE49-F238E27FC236}">
                <a16:creationId xmlns:a16="http://schemas.microsoft.com/office/drawing/2014/main" id="{F2773500-D6F2-488F-3ED3-E43352E927E8}"/>
              </a:ext>
            </a:extLst>
          </p:cNvPr>
          <p:cNvSpPr/>
          <p:nvPr/>
        </p:nvSpPr>
        <p:spPr>
          <a:xfrm>
            <a:off x="28803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1" name="Shape 169">
            <a:extLst>
              <a:ext uri="{FF2B5EF4-FFF2-40B4-BE49-F238E27FC236}">
                <a16:creationId xmlns:a16="http://schemas.microsoft.com/office/drawing/2014/main" id="{747FC088-6744-7B47-E3A4-075F30E9D37B}"/>
              </a:ext>
            </a:extLst>
          </p:cNvPr>
          <p:cNvSpPr/>
          <p:nvPr/>
        </p:nvSpPr>
        <p:spPr>
          <a:xfrm>
            <a:off x="28803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2" name="Shape 170">
            <a:extLst>
              <a:ext uri="{FF2B5EF4-FFF2-40B4-BE49-F238E27FC236}">
                <a16:creationId xmlns:a16="http://schemas.microsoft.com/office/drawing/2014/main" id="{68A9769B-9BDA-3952-ACA8-81480C75C816}"/>
              </a:ext>
            </a:extLst>
          </p:cNvPr>
          <p:cNvSpPr/>
          <p:nvPr/>
        </p:nvSpPr>
        <p:spPr>
          <a:xfrm>
            <a:off x="32004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8" name="Shape 186">
            <a:extLst>
              <a:ext uri="{FF2B5EF4-FFF2-40B4-BE49-F238E27FC236}">
                <a16:creationId xmlns:a16="http://schemas.microsoft.com/office/drawing/2014/main" id="{50B778B8-FBB5-C259-DF98-23CA508A0C20}"/>
              </a:ext>
            </a:extLst>
          </p:cNvPr>
          <p:cNvSpPr/>
          <p:nvPr/>
        </p:nvSpPr>
        <p:spPr>
          <a:xfrm>
            <a:off x="32004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9" name="Shape 187">
            <a:extLst>
              <a:ext uri="{FF2B5EF4-FFF2-40B4-BE49-F238E27FC236}">
                <a16:creationId xmlns:a16="http://schemas.microsoft.com/office/drawing/2014/main" id="{63B9C132-AFAD-7B18-8E2F-C680164290AF}"/>
              </a:ext>
            </a:extLst>
          </p:cNvPr>
          <p:cNvSpPr/>
          <p:nvPr/>
        </p:nvSpPr>
        <p:spPr>
          <a:xfrm>
            <a:off x="35204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5" name="Shape 203">
            <a:extLst>
              <a:ext uri="{FF2B5EF4-FFF2-40B4-BE49-F238E27FC236}">
                <a16:creationId xmlns:a16="http://schemas.microsoft.com/office/drawing/2014/main" id="{EB911F18-EDAE-B191-803D-D85E21B9F385}"/>
              </a:ext>
            </a:extLst>
          </p:cNvPr>
          <p:cNvSpPr/>
          <p:nvPr/>
        </p:nvSpPr>
        <p:spPr>
          <a:xfrm>
            <a:off x="35204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6" name="Shape 204">
            <a:extLst>
              <a:ext uri="{FF2B5EF4-FFF2-40B4-BE49-F238E27FC236}">
                <a16:creationId xmlns:a16="http://schemas.microsoft.com/office/drawing/2014/main" id="{19068895-C99C-802E-CBBE-6F836D9FAAC2}"/>
              </a:ext>
            </a:extLst>
          </p:cNvPr>
          <p:cNvSpPr/>
          <p:nvPr/>
        </p:nvSpPr>
        <p:spPr>
          <a:xfrm>
            <a:off x="38404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2" name="Shape 220">
            <a:extLst>
              <a:ext uri="{FF2B5EF4-FFF2-40B4-BE49-F238E27FC236}">
                <a16:creationId xmlns:a16="http://schemas.microsoft.com/office/drawing/2014/main" id="{A45E9E8D-0E7E-F555-C260-58F0CBA798A3}"/>
              </a:ext>
            </a:extLst>
          </p:cNvPr>
          <p:cNvSpPr/>
          <p:nvPr/>
        </p:nvSpPr>
        <p:spPr>
          <a:xfrm>
            <a:off x="38404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3" name="Shape 221">
            <a:extLst>
              <a:ext uri="{FF2B5EF4-FFF2-40B4-BE49-F238E27FC236}">
                <a16:creationId xmlns:a16="http://schemas.microsoft.com/office/drawing/2014/main" id="{892DC202-F045-F0DD-3B5B-87BF5A0C12E1}"/>
              </a:ext>
            </a:extLst>
          </p:cNvPr>
          <p:cNvSpPr/>
          <p:nvPr/>
        </p:nvSpPr>
        <p:spPr>
          <a:xfrm>
            <a:off x="41605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9" name="Shape 237">
            <a:extLst>
              <a:ext uri="{FF2B5EF4-FFF2-40B4-BE49-F238E27FC236}">
                <a16:creationId xmlns:a16="http://schemas.microsoft.com/office/drawing/2014/main" id="{F43BEDA5-AC01-C7C8-1775-784FC593BB0A}"/>
              </a:ext>
            </a:extLst>
          </p:cNvPr>
          <p:cNvSpPr/>
          <p:nvPr/>
        </p:nvSpPr>
        <p:spPr>
          <a:xfrm>
            <a:off x="41605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0" name="Shape 238">
            <a:extLst>
              <a:ext uri="{FF2B5EF4-FFF2-40B4-BE49-F238E27FC236}">
                <a16:creationId xmlns:a16="http://schemas.microsoft.com/office/drawing/2014/main" id="{F92BD77F-5585-E35F-06EE-2C3838C16FFC}"/>
              </a:ext>
            </a:extLst>
          </p:cNvPr>
          <p:cNvSpPr/>
          <p:nvPr/>
        </p:nvSpPr>
        <p:spPr>
          <a:xfrm>
            <a:off x="44805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6" name="Shape 254">
            <a:extLst>
              <a:ext uri="{FF2B5EF4-FFF2-40B4-BE49-F238E27FC236}">
                <a16:creationId xmlns:a16="http://schemas.microsoft.com/office/drawing/2014/main" id="{E7860469-D2FF-5C26-6968-F7FB7B270DF7}"/>
              </a:ext>
            </a:extLst>
          </p:cNvPr>
          <p:cNvSpPr/>
          <p:nvPr/>
        </p:nvSpPr>
        <p:spPr>
          <a:xfrm>
            <a:off x="44805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7" name="Shape 255">
            <a:extLst>
              <a:ext uri="{FF2B5EF4-FFF2-40B4-BE49-F238E27FC236}">
                <a16:creationId xmlns:a16="http://schemas.microsoft.com/office/drawing/2014/main" id="{53772955-35E0-13F9-9C1F-44A0265AFA41}"/>
              </a:ext>
            </a:extLst>
          </p:cNvPr>
          <p:cNvSpPr/>
          <p:nvPr/>
        </p:nvSpPr>
        <p:spPr>
          <a:xfrm>
            <a:off x="48006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3" name="Shape 271">
            <a:extLst>
              <a:ext uri="{FF2B5EF4-FFF2-40B4-BE49-F238E27FC236}">
                <a16:creationId xmlns:a16="http://schemas.microsoft.com/office/drawing/2014/main" id="{AD1717FD-E991-1890-5C53-9242AA68399F}"/>
              </a:ext>
            </a:extLst>
          </p:cNvPr>
          <p:cNvSpPr/>
          <p:nvPr/>
        </p:nvSpPr>
        <p:spPr>
          <a:xfrm>
            <a:off x="48006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4" name="Shape 272">
            <a:extLst>
              <a:ext uri="{FF2B5EF4-FFF2-40B4-BE49-F238E27FC236}">
                <a16:creationId xmlns:a16="http://schemas.microsoft.com/office/drawing/2014/main" id="{D169A69D-B576-8808-7B4A-C4A5D970B7A2}"/>
              </a:ext>
            </a:extLst>
          </p:cNvPr>
          <p:cNvSpPr/>
          <p:nvPr/>
        </p:nvSpPr>
        <p:spPr>
          <a:xfrm>
            <a:off x="51206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0" name="Shape 288">
            <a:extLst>
              <a:ext uri="{FF2B5EF4-FFF2-40B4-BE49-F238E27FC236}">
                <a16:creationId xmlns:a16="http://schemas.microsoft.com/office/drawing/2014/main" id="{0C0B6D10-AC52-D132-EDB2-E313062BEC19}"/>
              </a:ext>
            </a:extLst>
          </p:cNvPr>
          <p:cNvSpPr/>
          <p:nvPr/>
        </p:nvSpPr>
        <p:spPr>
          <a:xfrm>
            <a:off x="51206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1" name="Shape 289">
            <a:extLst>
              <a:ext uri="{FF2B5EF4-FFF2-40B4-BE49-F238E27FC236}">
                <a16:creationId xmlns:a16="http://schemas.microsoft.com/office/drawing/2014/main" id="{B23F9ED8-0189-465A-5BB4-BBC19643ADF4}"/>
              </a:ext>
            </a:extLst>
          </p:cNvPr>
          <p:cNvSpPr/>
          <p:nvPr/>
        </p:nvSpPr>
        <p:spPr>
          <a:xfrm>
            <a:off x="54406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7" name="Shape 305">
            <a:extLst>
              <a:ext uri="{FF2B5EF4-FFF2-40B4-BE49-F238E27FC236}">
                <a16:creationId xmlns:a16="http://schemas.microsoft.com/office/drawing/2014/main" id="{FAA81834-C5CA-F4D5-5834-CD2B13732DC5}"/>
              </a:ext>
            </a:extLst>
          </p:cNvPr>
          <p:cNvSpPr/>
          <p:nvPr/>
        </p:nvSpPr>
        <p:spPr>
          <a:xfrm>
            <a:off x="54406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8" name="Shape 306">
            <a:extLst>
              <a:ext uri="{FF2B5EF4-FFF2-40B4-BE49-F238E27FC236}">
                <a16:creationId xmlns:a16="http://schemas.microsoft.com/office/drawing/2014/main" id="{232541BC-5CB0-2050-E0D5-B029AB3B81DA}"/>
              </a:ext>
            </a:extLst>
          </p:cNvPr>
          <p:cNvSpPr/>
          <p:nvPr/>
        </p:nvSpPr>
        <p:spPr>
          <a:xfrm>
            <a:off x="57607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4" name="Shape 322">
            <a:extLst>
              <a:ext uri="{FF2B5EF4-FFF2-40B4-BE49-F238E27FC236}">
                <a16:creationId xmlns:a16="http://schemas.microsoft.com/office/drawing/2014/main" id="{D545196F-3C1E-68D0-F5DF-52F36BCF916C}"/>
              </a:ext>
            </a:extLst>
          </p:cNvPr>
          <p:cNvSpPr/>
          <p:nvPr/>
        </p:nvSpPr>
        <p:spPr>
          <a:xfrm>
            <a:off x="57607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5" name="Shape 323">
            <a:extLst>
              <a:ext uri="{FF2B5EF4-FFF2-40B4-BE49-F238E27FC236}">
                <a16:creationId xmlns:a16="http://schemas.microsoft.com/office/drawing/2014/main" id="{3E03D1A7-0E48-A8BC-F065-AC334ABEC78C}"/>
              </a:ext>
            </a:extLst>
          </p:cNvPr>
          <p:cNvSpPr/>
          <p:nvPr/>
        </p:nvSpPr>
        <p:spPr>
          <a:xfrm>
            <a:off x="60807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1" name="Shape 339">
            <a:extLst>
              <a:ext uri="{FF2B5EF4-FFF2-40B4-BE49-F238E27FC236}">
                <a16:creationId xmlns:a16="http://schemas.microsoft.com/office/drawing/2014/main" id="{A7EE4E81-F192-BC99-3AE0-08FB20147C07}"/>
              </a:ext>
            </a:extLst>
          </p:cNvPr>
          <p:cNvSpPr/>
          <p:nvPr/>
        </p:nvSpPr>
        <p:spPr>
          <a:xfrm>
            <a:off x="60807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2" name="Shape 340">
            <a:extLst>
              <a:ext uri="{FF2B5EF4-FFF2-40B4-BE49-F238E27FC236}">
                <a16:creationId xmlns:a16="http://schemas.microsoft.com/office/drawing/2014/main" id="{3B8513CC-0ABD-897A-8686-9402E27E68DB}"/>
              </a:ext>
            </a:extLst>
          </p:cNvPr>
          <p:cNvSpPr/>
          <p:nvPr/>
        </p:nvSpPr>
        <p:spPr>
          <a:xfrm>
            <a:off x="64008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8" name="Shape 356">
            <a:extLst>
              <a:ext uri="{FF2B5EF4-FFF2-40B4-BE49-F238E27FC236}">
                <a16:creationId xmlns:a16="http://schemas.microsoft.com/office/drawing/2014/main" id="{AC5773A7-7AFE-4112-74A8-E7A1C7389CC1}"/>
              </a:ext>
            </a:extLst>
          </p:cNvPr>
          <p:cNvSpPr/>
          <p:nvPr/>
        </p:nvSpPr>
        <p:spPr>
          <a:xfrm>
            <a:off x="64008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9" name="Shape 357">
            <a:extLst>
              <a:ext uri="{FF2B5EF4-FFF2-40B4-BE49-F238E27FC236}">
                <a16:creationId xmlns:a16="http://schemas.microsoft.com/office/drawing/2014/main" id="{CCAE497C-B3A6-3EF9-2BA4-D34FCEED8B39}"/>
              </a:ext>
            </a:extLst>
          </p:cNvPr>
          <p:cNvSpPr/>
          <p:nvPr/>
        </p:nvSpPr>
        <p:spPr>
          <a:xfrm>
            <a:off x="67208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5" name="Shape 373">
            <a:extLst>
              <a:ext uri="{FF2B5EF4-FFF2-40B4-BE49-F238E27FC236}">
                <a16:creationId xmlns:a16="http://schemas.microsoft.com/office/drawing/2014/main" id="{8D3D0A8C-51D3-399D-2B5A-0501E0F298D4}"/>
              </a:ext>
            </a:extLst>
          </p:cNvPr>
          <p:cNvSpPr/>
          <p:nvPr/>
        </p:nvSpPr>
        <p:spPr>
          <a:xfrm>
            <a:off x="67208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6" name="Shape 374">
            <a:extLst>
              <a:ext uri="{FF2B5EF4-FFF2-40B4-BE49-F238E27FC236}">
                <a16:creationId xmlns:a16="http://schemas.microsoft.com/office/drawing/2014/main" id="{AFEA9999-1F44-D844-4A07-EA234F07D5C9}"/>
              </a:ext>
            </a:extLst>
          </p:cNvPr>
          <p:cNvSpPr/>
          <p:nvPr/>
        </p:nvSpPr>
        <p:spPr>
          <a:xfrm>
            <a:off x="70408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2" name="Shape 390">
            <a:extLst>
              <a:ext uri="{FF2B5EF4-FFF2-40B4-BE49-F238E27FC236}">
                <a16:creationId xmlns:a16="http://schemas.microsoft.com/office/drawing/2014/main" id="{6FDCAA4A-01CD-6F31-E6F6-F768CE694D69}"/>
              </a:ext>
            </a:extLst>
          </p:cNvPr>
          <p:cNvSpPr/>
          <p:nvPr/>
        </p:nvSpPr>
        <p:spPr>
          <a:xfrm>
            <a:off x="70408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3" name="Shape 391">
            <a:extLst>
              <a:ext uri="{FF2B5EF4-FFF2-40B4-BE49-F238E27FC236}">
                <a16:creationId xmlns:a16="http://schemas.microsoft.com/office/drawing/2014/main" id="{1D351E29-4F44-7D15-702E-E0E837F7C586}"/>
              </a:ext>
            </a:extLst>
          </p:cNvPr>
          <p:cNvSpPr/>
          <p:nvPr/>
        </p:nvSpPr>
        <p:spPr>
          <a:xfrm>
            <a:off x="73609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9" name="Shape 407">
            <a:extLst>
              <a:ext uri="{FF2B5EF4-FFF2-40B4-BE49-F238E27FC236}">
                <a16:creationId xmlns:a16="http://schemas.microsoft.com/office/drawing/2014/main" id="{0605494C-B5B5-E0EA-776E-8D6DC155C4AD}"/>
              </a:ext>
            </a:extLst>
          </p:cNvPr>
          <p:cNvSpPr/>
          <p:nvPr/>
        </p:nvSpPr>
        <p:spPr>
          <a:xfrm>
            <a:off x="73609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0" name="Shape 408">
            <a:extLst>
              <a:ext uri="{FF2B5EF4-FFF2-40B4-BE49-F238E27FC236}">
                <a16:creationId xmlns:a16="http://schemas.microsoft.com/office/drawing/2014/main" id="{D9DB3345-11B4-7CBE-95A6-8BD0EB918CAC}"/>
              </a:ext>
            </a:extLst>
          </p:cNvPr>
          <p:cNvSpPr/>
          <p:nvPr/>
        </p:nvSpPr>
        <p:spPr>
          <a:xfrm>
            <a:off x="76809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6" name="Shape 424">
            <a:extLst>
              <a:ext uri="{FF2B5EF4-FFF2-40B4-BE49-F238E27FC236}">
                <a16:creationId xmlns:a16="http://schemas.microsoft.com/office/drawing/2014/main" id="{F8D56030-12ED-ADAB-B526-782BEC029810}"/>
              </a:ext>
            </a:extLst>
          </p:cNvPr>
          <p:cNvSpPr/>
          <p:nvPr/>
        </p:nvSpPr>
        <p:spPr>
          <a:xfrm>
            <a:off x="76809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7" name="Shape 425">
            <a:extLst>
              <a:ext uri="{FF2B5EF4-FFF2-40B4-BE49-F238E27FC236}">
                <a16:creationId xmlns:a16="http://schemas.microsoft.com/office/drawing/2014/main" id="{01C1F202-BE8A-0488-0C1B-EB1F84217917}"/>
              </a:ext>
            </a:extLst>
          </p:cNvPr>
          <p:cNvSpPr/>
          <p:nvPr/>
        </p:nvSpPr>
        <p:spPr>
          <a:xfrm>
            <a:off x="80010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3" name="Shape 441">
            <a:extLst>
              <a:ext uri="{FF2B5EF4-FFF2-40B4-BE49-F238E27FC236}">
                <a16:creationId xmlns:a16="http://schemas.microsoft.com/office/drawing/2014/main" id="{7054FFE0-4EB7-342B-9460-36F9900FB261}"/>
              </a:ext>
            </a:extLst>
          </p:cNvPr>
          <p:cNvSpPr/>
          <p:nvPr/>
        </p:nvSpPr>
        <p:spPr>
          <a:xfrm>
            <a:off x="80010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4" name="Shape 442">
            <a:extLst>
              <a:ext uri="{FF2B5EF4-FFF2-40B4-BE49-F238E27FC236}">
                <a16:creationId xmlns:a16="http://schemas.microsoft.com/office/drawing/2014/main" id="{9CC7C40B-8693-0DAE-8A1F-3C71C7593664}"/>
              </a:ext>
            </a:extLst>
          </p:cNvPr>
          <p:cNvSpPr/>
          <p:nvPr/>
        </p:nvSpPr>
        <p:spPr>
          <a:xfrm>
            <a:off x="83210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0" name="Shape 458">
            <a:extLst>
              <a:ext uri="{FF2B5EF4-FFF2-40B4-BE49-F238E27FC236}">
                <a16:creationId xmlns:a16="http://schemas.microsoft.com/office/drawing/2014/main" id="{59D9106C-AE57-0744-CFCA-727D477E6E48}"/>
              </a:ext>
            </a:extLst>
          </p:cNvPr>
          <p:cNvSpPr/>
          <p:nvPr/>
        </p:nvSpPr>
        <p:spPr>
          <a:xfrm>
            <a:off x="83210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1" name="Shape 459">
            <a:extLst>
              <a:ext uri="{FF2B5EF4-FFF2-40B4-BE49-F238E27FC236}">
                <a16:creationId xmlns:a16="http://schemas.microsoft.com/office/drawing/2014/main" id="{BB2A37ED-EC80-A5CD-978B-744F621363EF}"/>
              </a:ext>
            </a:extLst>
          </p:cNvPr>
          <p:cNvSpPr/>
          <p:nvPr/>
        </p:nvSpPr>
        <p:spPr>
          <a:xfrm>
            <a:off x="86410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7" name="Shape 475">
            <a:extLst>
              <a:ext uri="{FF2B5EF4-FFF2-40B4-BE49-F238E27FC236}">
                <a16:creationId xmlns:a16="http://schemas.microsoft.com/office/drawing/2014/main" id="{20C40EBB-2ADF-91BC-3063-E6EB642C4524}"/>
              </a:ext>
            </a:extLst>
          </p:cNvPr>
          <p:cNvSpPr/>
          <p:nvPr/>
        </p:nvSpPr>
        <p:spPr>
          <a:xfrm>
            <a:off x="86410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8" name="Shape 476">
            <a:extLst>
              <a:ext uri="{FF2B5EF4-FFF2-40B4-BE49-F238E27FC236}">
                <a16:creationId xmlns:a16="http://schemas.microsoft.com/office/drawing/2014/main" id="{B5F5A1B5-ADDD-64CE-DB45-BA9B2C4A52D0}"/>
              </a:ext>
            </a:extLst>
          </p:cNvPr>
          <p:cNvSpPr/>
          <p:nvPr/>
        </p:nvSpPr>
        <p:spPr>
          <a:xfrm>
            <a:off x="89611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4" name="Shape 492">
            <a:extLst>
              <a:ext uri="{FF2B5EF4-FFF2-40B4-BE49-F238E27FC236}">
                <a16:creationId xmlns:a16="http://schemas.microsoft.com/office/drawing/2014/main" id="{8AB51651-E177-8B80-3A0D-A67413843619}"/>
              </a:ext>
            </a:extLst>
          </p:cNvPr>
          <p:cNvSpPr/>
          <p:nvPr/>
        </p:nvSpPr>
        <p:spPr>
          <a:xfrm>
            <a:off x="89611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5" name="Shape 493">
            <a:extLst>
              <a:ext uri="{FF2B5EF4-FFF2-40B4-BE49-F238E27FC236}">
                <a16:creationId xmlns:a16="http://schemas.microsoft.com/office/drawing/2014/main" id="{FB8D4C19-5884-C57A-E2F9-CE83F9F95921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22C4EA0-DDBF-8773-3F7B-6630D9809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527" y="106793"/>
            <a:ext cx="4462489" cy="496191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4C2B91B-A1E6-C597-37F4-6F004EFD0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07768" y="178907"/>
            <a:ext cx="4531129" cy="720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258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00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200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200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200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200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200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200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200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3200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00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3200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200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3200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3200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200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6400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6400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6400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6400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6400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6400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6400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6400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6400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6400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6400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6400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6400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6400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6400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6400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6400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9601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9601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9601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9601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9601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Shape 56"/>
          <p:cNvSpPr/>
          <p:nvPr/>
        </p:nvSpPr>
        <p:spPr>
          <a:xfrm>
            <a:off x="9601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Shape 57"/>
          <p:cNvSpPr/>
          <p:nvPr/>
        </p:nvSpPr>
        <p:spPr>
          <a:xfrm>
            <a:off x="9601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9601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Shape 59"/>
          <p:cNvSpPr/>
          <p:nvPr/>
        </p:nvSpPr>
        <p:spPr>
          <a:xfrm>
            <a:off x="9601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Shape 60"/>
          <p:cNvSpPr/>
          <p:nvPr/>
        </p:nvSpPr>
        <p:spPr>
          <a:xfrm>
            <a:off x="9601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Shape 61"/>
          <p:cNvSpPr/>
          <p:nvPr/>
        </p:nvSpPr>
        <p:spPr>
          <a:xfrm>
            <a:off x="9601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Shape 62"/>
          <p:cNvSpPr/>
          <p:nvPr/>
        </p:nvSpPr>
        <p:spPr>
          <a:xfrm>
            <a:off x="9601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Shape 63"/>
          <p:cNvSpPr/>
          <p:nvPr/>
        </p:nvSpPr>
        <p:spPr>
          <a:xfrm>
            <a:off x="9601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Shape 64"/>
          <p:cNvSpPr/>
          <p:nvPr/>
        </p:nvSpPr>
        <p:spPr>
          <a:xfrm>
            <a:off x="9601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7" name="Shape 65"/>
          <p:cNvSpPr/>
          <p:nvPr/>
        </p:nvSpPr>
        <p:spPr>
          <a:xfrm>
            <a:off x="9601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8" name="Shape 66"/>
          <p:cNvSpPr/>
          <p:nvPr/>
        </p:nvSpPr>
        <p:spPr>
          <a:xfrm>
            <a:off x="9601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9" name="Shape 67"/>
          <p:cNvSpPr/>
          <p:nvPr/>
        </p:nvSpPr>
        <p:spPr>
          <a:xfrm>
            <a:off x="9601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Shape 68"/>
          <p:cNvSpPr/>
          <p:nvPr/>
        </p:nvSpPr>
        <p:spPr>
          <a:xfrm>
            <a:off x="12801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1" name="Shape 69"/>
          <p:cNvSpPr/>
          <p:nvPr/>
        </p:nvSpPr>
        <p:spPr>
          <a:xfrm>
            <a:off x="12801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2" name="Shape 70"/>
          <p:cNvSpPr/>
          <p:nvPr/>
        </p:nvSpPr>
        <p:spPr>
          <a:xfrm>
            <a:off x="12801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Shape 71"/>
          <p:cNvSpPr/>
          <p:nvPr/>
        </p:nvSpPr>
        <p:spPr>
          <a:xfrm>
            <a:off x="12801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4" name="Shape 72"/>
          <p:cNvSpPr/>
          <p:nvPr/>
        </p:nvSpPr>
        <p:spPr>
          <a:xfrm>
            <a:off x="12801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Shape 73"/>
          <p:cNvSpPr/>
          <p:nvPr/>
        </p:nvSpPr>
        <p:spPr>
          <a:xfrm>
            <a:off x="12801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6" name="Shape 74"/>
          <p:cNvSpPr/>
          <p:nvPr/>
        </p:nvSpPr>
        <p:spPr>
          <a:xfrm>
            <a:off x="12801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7" name="Shape 75"/>
          <p:cNvSpPr/>
          <p:nvPr/>
        </p:nvSpPr>
        <p:spPr>
          <a:xfrm>
            <a:off x="12801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8" name="Shape 76"/>
          <p:cNvSpPr/>
          <p:nvPr/>
        </p:nvSpPr>
        <p:spPr>
          <a:xfrm>
            <a:off x="12801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9" name="Shape 77"/>
          <p:cNvSpPr/>
          <p:nvPr/>
        </p:nvSpPr>
        <p:spPr>
          <a:xfrm>
            <a:off x="12801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0" name="Shape 78"/>
          <p:cNvSpPr/>
          <p:nvPr/>
        </p:nvSpPr>
        <p:spPr>
          <a:xfrm>
            <a:off x="12801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1" name="Shape 79"/>
          <p:cNvSpPr/>
          <p:nvPr/>
        </p:nvSpPr>
        <p:spPr>
          <a:xfrm>
            <a:off x="12801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2" name="Shape 80"/>
          <p:cNvSpPr/>
          <p:nvPr/>
        </p:nvSpPr>
        <p:spPr>
          <a:xfrm>
            <a:off x="12801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3" name="Shape 81"/>
          <p:cNvSpPr/>
          <p:nvPr/>
        </p:nvSpPr>
        <p:spPr>
          <a:xfrm>
            <a:off x="12801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4" name="Shape 82"/>
          <p:cNvSpPr/>
          <p:nvPr/>
        </p:nvSpPr>
        <p:spPr>
          <a:xfrm>
            <a:off x="12801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5" name="Shape 83"/>
          <p:cNvSpPr/>
          <p:nvPr/>
        </p:nvSpPr>
        <p:spPr>
          <a:xfrm>
            <a:off x="12801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6" name="Shape 84"/>
          <p:cNvSpPr/>
          <p:nvPr/>
        </p:nvSpPr>
        <p:spPr>
          <a:xfrm>
            <a:off x="12801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7" name="Shape 85"/>
          <p:cNvSpPr/>
          <p:nvPr/>
        </p:nvSpPr>
        <p:spPr>
          <a:xfrm>
            <a:off x="16002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8" name="Shape 86"/>
          <p:cNvSpPr/>
          <p:nvPr/>
        </p:nvSpPr>
        <p:spPr>
          <a:xfrm>
            <a:off x="16002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9" name="Shape 87"/>
          <p:cNvSpPr/>
          <p:nvPr/>
        </p:nvSpPr>
        <p:spPr>
          <a:xfrm>
            <a:off x="16002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0" name="Shape 88"/>
          <p:cNvSpPr/>
          <p:nvPr/>
        </p:nvSpPr>
        <p:spPr>
          <a:xfrm>
            <a:off x="16002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1" name="Shape 89"/>
          <p:cNvSpPr/>
          <p:nvPr/>
        </p:nvSpPr>
        <p:spPr>
          <a:xfrm>
            <a:off x="16002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2" name="Shape 90"/>
          <p:cNvSpPr/>
          <p:nvPr/>
        </p:nvSpPr>
        <p:spPr>
          <a:xfrm>
            <a:off x="16002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3" name="Shape 91"/>
          <p:cNvSpPr/>
          <p:nvPr/>
        </p:nvSpPr>
        <p:spPr>
          <a:xfrm>
            <a:off x="16002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4" name="Shape 92"/>
          <p:cNvSpPr/>
          <p:nvPr/>
        </p:nvSpPr>
        <p:spPr>
          <a:xfrm>
            <a:off x="16002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5" name="Shape 93"/>
          <p:cNvSpPr/>
          <p:nvPr/>
        </p:nvSpPr>
        <p:spPr>
          <a:xfrm>
            <a:off x="16002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6" name="Shape 94"/>
          <p:cNvSpPr/>
          <p:nvPr/>
        </p:nvSpPr>
        <p:spPr>
          <a:xfrm>
            <a:off x="16002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7" name="Shape 95"/>
          <p:cNvSpPr/>
          <p:nvPr/>
        </p:nvSpPr>
        <p:spPr>
          <a:xfrm>
            <a:off x="16002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8" name="Shape 96"/>
          <p:cNvSpPr/>
          <p:nvPr/>
        </p:nvSpPr>
        <p:spPr>
          <a:xfrm>
            <a:off x="16002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9" name="Shape 97"/>
          <p:cNvSpPr/>
          <p:nvPr/>
        </p:nvSpPr>
        <p:spPr>
          <a:xfrm>
            <a:off x="16002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0" name="Shape 98"/>
          <p:cNvSpPr/>
          <p:nvPr/>
        </p:nvSpPr>
        <p:spPr>
          <a:xfrm>
            <a:off x="16002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1" name="Shape 99"/>
          <p:cNvSpPr/>
          <p:nvPr/>
        </p:nvSpPr>
        <p:spPr>
          <a:xfrm>
            <a:off x="16002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2" name="Shape 100"/>
          <p:cNvSpPr/>
          <p:nvPr/>
        </p:nvSpPr>
        <p:spPr>
          <a:xfrm>
            <a:off x="16002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3" name="Shape 101"/>
          <p:cNvSpPr/>
          <p:nvPr/>
        </p:nvSpPr>
        <p:spPr>
          <a:xfrm>
            <a:off x="16002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4" name="Shape 102"/>
          <p:cNvSpPr/>
          <p:nvPr/>
        </p:nvSpPr>
        <p:spPr>
          <a:xfrm>
            <a:off x="19202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5" name="Shape 103"/>
          <p:cNvSpPr/>
          <p:nvPr/>
        </p:nvSpPr>
        <p:spPr>
          <a:xfrm>
            <a:off x="19202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6" name="Shape 104"/>
          <p:cNvSpPr/>
          <p:nvPr/>
        </p:nvSpPr>
        <p:spPr>
          <a:xfrm>
            <a:off x="19202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7" name="Shape 105"/>
          <p:cNvSpPr/>
          <p:nvPr/>
        </p:nvSpPr>
        <p:spPr>
          <a:xfrm>
            <a:off x="19202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8" name="Shape 106"/>
          <p:cNvSpPr/>
          <p:nvPr/>
        </p:nvSpPr>
        <p:spPr>
          <a:xfrm>
            <a:off x="19202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9" name="Shape 107"/>
          <p:cNvSpPr/>
          <p:nvPr/>
        </p:nvSpPr>
        <p:spPr>
          <a:xfrm>
            <a:off x="19202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0" name="Shape 108"/>
          <p:cNvSpPr/>
          <p:nvPr/>
        </p:nvSpPr>
        <p:spPr>
          <a:xfrm>
            <a:off x="19202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1" name="Shape 109"/>
          <p:cNvSpPr/>
          <p:nvPr/>
        </p:nvSpPr>
        <p:spPr>
          <a:xfrm>
            <a:off x="19202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2" name="Shape 110"/>
          <p:cNvSpPr/>
          <p:nvPr/>
        </p:nvSpPr>
        <p:spPr>
          <a:xfrm>
            <a:off x="19202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3" name="Shape 111"/>
          <p:cNvSpPr/>
          <p:nvPr/>
        </p:nvSpPr>
        <p:spPr>
          <a:xfrm>
            <a:off x="19202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4" name="Shape 112"/>
          <p:cNvSpPr/>
          <p:nvPr/>
        </p:nvSpPr>
        <p:spPr>
          <a:xfrm>
            <a:off x="19202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5" name="Shape 113"/>
          <p:cNvSpPr/>
          <p:nvPr/>
        </p:nvSpPr>
        <p:spPr>
          <a:xfrm>
            <a:off x="19202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6" name="Shape 114"/>
          <p:cNvSpPr/>
          <p:nvPr/>
        </p:nvSpPr>
        <p:spPr>
          <a:xfrm>
            <a:off x="19202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7" name="Shape 115"/>
          <p:cNvSpPr/>
          <p:nvPr/>
        </p:nvSpPr>
        <p:spPr>
          <a:xfrm>
            <a:off x="19202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8" name="Shape 116"/>
          <p:cNvSpPr/>
          <p:nvPr/>
        </p:nvSpPr>
        <p:spPr>
          <a:xfrm>
            <a:off x="19202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9" name="Shape 117"/>
          <p:cNvSpPr/>
          <p:nvPr/>
        </p:nvSpPr>
        <p:spPr>
          <a:xfrm>
            <a:off x="19202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0" name="Shape 118"/>
          <p:cNvSpPr/>
          <p:nvPr/>
        </p:nvSpPr>
        <p:spPr>
          <a:xfrm>
            <a:off x="19202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1" name="Shape 119"/>
          <p:cNvSpPr/>
          <p:nvPr/>
        </p:nvSpPr>
        <p:spPr>
          <a:xfrm>
            <a:off x="22402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2" name="Shape 120"/>
          <p:cNvSpPr/>
          <p:nvPr/>
        </p:nvSpPr>
        <p:spPr>
          <a:xfrm>
            <a:off x="22402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3" name="Shape 121"/>
          <p:cNvSpPr/>
          <p:nvPr/>
        </p:nvSpPr>
        <p:spPr>
          <a:xfrm>
            <a:off x="22402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4" name="Shape 122"/>
          <p:cNvSpPr/>
          <p:nvPr/>
        </p:nvSpPr>
        <p:spPr>
          <a:xfrm>
            <a:off x="22402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5" name="Shape 123"/>
          <p:cNvSpPr/>
          <p:nvPr/>
        </p:nvSpPr>
        <p:spPr>
          <a:xfrm>
            <a:off x="22402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6" name="Shape 124"/>
          <p:cNvSpPr/>
          <p:nvPr/>
        </p:nvSpPr>
        <p:spPr>
          <a:xfrm>
            <a:off x="22402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7" name="Shape 125"/>
          <p:cNvSpPr/>
          <p:nvPr/>
        </p:nvSpPr>
        <p:spPr>
          <a:xfrm>
            <a:off x="22402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8" name="Shape 126"/>
          <p:cNvSpPr/>
          <p:nvPr/>
        </p:nvSpPr>
        <p:spPr>
          <a:xfrm>
            <a:off x="22402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9" name="Shape 127"/>
          <p:cNvSpPr/>
          <p:nvPr/>
        </p:nvSpPr>
        <p:spPr>
          <a:xfrm>
            <a:off x="22402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0" name="Shape 128"/>
          <p:cNvSpPr/>
          <p:nvPr/>
        </p:nvSpPr>
        <p:spPr>
          <a:xfrm>
            <a:off x="22402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1" name="Shape 129"/>
          <p:cNvSpPr/>
          <p:nvPr/>
        </p:nvSpPr>
        <p:spPr>
          <a:xfrm>
            <a:off x="22402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2" name="Shape 130"/>
          <p:cNvSpPr/>
          <p:nvPr/>
        </p:nvSpPr>
        <p:spPr>
          <a:xfrm>
            <a:off x="22402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3" name="Shape 131"/>
          <p:cNvSpPr/>
          <p:nvPr/>
        </p:nvSpPr>
        <p:spPr>
          <a:xfrm>
            <a:off x="22402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4" name="Shape 132"/>
          <p:cNvSpPr/>
          <p:nvPr/>
        </p:nvSpPr>
        <p:spPr>
          <a:xfrm>
            <a:off x="22402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5" name="Shape 133"/>
          <p:cNvSpPr/>
          <p:nvPr/>
        </p:nvSpPr>
        <p:spPr>
          <a:xfrm>
            <a:off x="22402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6" name="Shape 134"/>
          <p:cNvSpPr/>
          <p:nvPr/>
        </p:nvSpPr>
        <p:spPr>
          <a:xfrm>
            <a:off x="22402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7" name="Shape 135"/>
          <p:cNvSpPr/>
          <p:nvPr/>
        </p:nvSpPr>
        <p:spPr>
          <a:xfrm>
            <a:off x="22402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8" name="Shape 136"/>
          <p:cNvSpPr/>
          <p:nvPr/>
        </p:nvSpPr>
        <p:spPr>
          <a:xfrm>
            <a:off x="25603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9" name="Shape 137"/>
          <p:cNvSpPr/>
          <p:nvPr/>
        </p:nvSpPr>
        <p:spPr>
          <a:xfrm>
            <a:off x="25603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0" name="Shape 138"/>
          <p:cNvSpPr/>
          <p:nvPr/>
        </p:nvSpPr>
        <p:spPr>
          <a:xfrm>
            <a:off x="25603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1" name="Shape 139"/>
          <p:cNvSpPr/>
          <p:nvPr/>
        </p:nvSpPr>
        <p:spPr>
          <a:xfrm>
            <a:off x="25603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2" name="Shape 140"/>
          <p:cNvSpPr/>
          <p:nvPr/>
        </p:nvSpPr>
        <p:spPr>
          <a:xfrm>
            <a:off x="25603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3" name="Shape 141"/>
          <p:cNvSpPr/>
          <p:nvPr/>
        </p:nvSpPr>
        <p:spPr>
          <a:xfrm>
            <a:off x="25603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4" name="Shape 142"/>
          <p:cNvSpPr/>
          <p:nvPr/>
        </p:nvSpPr>
        <p:spPr>
          <a:xfrm>
            <a:off x="25603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5" name="Shape 143"/>
          <p:cNvSpPr/>
          <p:nvPr/>
        </p:nvSpPr>
        <p:spPr>
          <a:xfrm>
            <a:off x="25603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6" name="Shape 144"/>
          <p:cNvSpPr/>
          <p:nvPr/>
        </p:nvSpPr>
        <p:spPr>
          <a:xfrm>
            <a:off x="25603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7" name="Shape 145"/>
          <p:cNvSpPr/>
          <p:nvPr/>
        </p:nvSpPr>
        <p:spPr>
          <a:xfrm>
            <a:off x="25603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8" name="Shape 146"/>
          <p:cNvSpPr/>
          <p:nvPr/>
        </p:nvSpPr>
        <p:spPr>
          <a:xfrm>
            <a:off x="25603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9" name="Shape 147"/>
          <p:cNvSpPr/>
          <p:nvPr/>
        </p:nvSpPr>
        <p:spPr>
          <a:xfrm>
            <a:off x="25603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0" name="Shape 148"/>
          <p:cNvSpPr/>
          <p:nvPr/>
        </p:nvSpPr>
        <p:spPr>
          <a:xfrm>
            <a:off x="25603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1" name="Shape 149"/>
          <p:cNvSpPr/>
          <p:nvPr/>
        </p:nvSpPr>
        <p:spPr>
          <a:xfrm>
            <a:off x="25603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2" name="Shape 150"/>
          <p:cNvSpPr/>
          <p:nvPr/>
        </p:nvSpPr>
        <p:spPr>
          <a:xfrm>
            <a:off x="25603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3" name="Shape 151"/>
          <p:cNvSpPr/>
          <p:nvPr/>
        </p:nvSpPr>
        <p:spPr>
          <a:xfrm>
            <a:off x="25603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4" name="Shape 152"/>
          <p:cNvSpPr/>
          <p:nvPr/>
        </p:nvSpPr>
        <p:spPr>
          <a:xfrm>
            <a:off x="25603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5" name="Shape 153"/>
          <p:cNvSpPr/>
          <p:nvPr/>
        </p:nvSpPr>
        <p:spPr>
          <a:xfrm>
            <a:off x="28803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6" name="Shape 154"/>
          <p:cNvSpPr/>
          <p:nvPr/>
        </p:nvSpPr>
        <p:spPr>
          <a:xfrm>
            <a:off x="28803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7" name="Shape 155"/>
          <p:cNvSpPr/>
          <p:nvPr/>
        </p:nvSpPr>
        <p:spPr>
          <a:xfrm>
            <a:off x="28803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8" name="Shape 156"/>
          <p:cNvSpPr/>
          <p:nvPr/>
        </p:nvSpPr>
        <p:spPr>
          <a:xfrm>
            <a:off x="28803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9" name="Shape 157"/>
          <p:cNvSpPr/>
          <p:nvPr/>
        </p:nvSpPr>
        <p:spPr>
          <a:xfrm>
            <a:off x="28803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0" name="Shape 158"/>
          <p:cNvSpPr/>
          <p:nvPr/>
        </p:nvSpPr>
        <p:spPr>
          <a:xfrm>
            <a:off x="28803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1" name="Shape 159"/>
          <p:cNvSpPr/>
          <p:nvPr/>
        </p:nvSpPr>
        <p:spPr>
          <a:xfrm>
            <a:off x="28803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2" name="Shape 160"/>
          <p:cNvSpPr/>
          <p:nvPr/>
        </p:nvSpPr>
        <p:spPr>
          <a:xfrm>
            <a:off x="28803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3" name="Shape 161"/>
          <p:cNvSpPr/>
          <p:nvPr/>
        </p:nvSpPr>
        <p:spPr>
          <a:xfrm>
            <a:off x="28803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4" name="Shape 162"/>
          <p:cNvSpPr/>
          <p:nvPr/>
        </p:nvSpPr>
        <p:spPr>
          <a:xfrm>
            <a:off x="28803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5" name="Shape 163"/>
          <p:cNvSpPr/>
          <p:nvPr/>
        </p:nvSpPr>
        <p:spPr>
          <a:xfrm>
            <a:off x="28803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6" name="Shape 164"/>
          <p:cNvSpPr/>
          <p:nvPr/>
        </p:nvSpPr>
        <p:spPr>
          <a:xfrm>
            <a:off x="28803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7" name="Shape 165"/>
          <p:cNvSpPr/>
          <p:nvPr/>
        </p:nvSpPr>
        <p:spPr>
          <a:xfrm>
            <a:off x="28803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8" name="Shape 166"/>
          <p:cNvSpPr/>
          <p:nvPr/>
        </p:nvSpPr>
        <p:spPr>
          <a:xfrm>
            <a:off x="28803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9" name="Shape 167"/>
          <p:cNvSpPr/>
          <p:nvPr/>
        </p:nvSpPr>
        <p:spPr>
          <a:xfrm>
            <a:off x="28803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0" name="Shape 168"/>
          <p:cNvSpPr/>
          <p:nvPr/>
        </p:nvSpPr>
        <p:spPr>
          <a:xfrm>
            <a:off x="28803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1" name="Shape 169"/>
          <p:cNvSpPr/>
          <p:nvPr/>
        </p:nvSpPr>
        <p:spPr>
          <a:xfrm>
            <a:off x="28803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2" name="Shape 170"/>
          <p:cNvSpPr/>
          <p:nvPr/>
        </p:nvSpPr>
        <p:spPr>
          <a:xfrm>
            <a:off x="32004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3" name="Shape 171"/>
          <p:cNvSpPr/>
          <p:nvPr/>
        </p:nvSpPr>
        <p:spPr>
          <a:xfrm>
            <a:off x="32004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4" name="Shape 172"/>
          <p:cNvSpPr/>
          <p:nvPr/>
        </p:nvSpPr>
        <p:spPr>
          <a:xfrm>
            <a:off x="32004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5" name="Shape 173"/>
          <p:cNvSpPr/>
          <p:nvPr/>
        </p:nvSpPr>
        <p:spPr>
          <a:xfrm>
            <a:off x="32004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6" name="Shape 174"/>
          <p:cNvSpPr/>
          <p:nvPr/>
        </p:nvSpPr>
        <p:spPr>
          <a:xfrm>
            <a:off x="32004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7" name="Shape 175"/>
          <p:cNvSpPr/>
          <p:nvPr/>
        </p:nvSpPr>
        <p:spPr>
          <a:xfrm>
            <a:off x="32004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8" name="Shape 176"/>
          <p:cNvSpPr/>
          <p:nvPr/>
        </p:nvSpPr>
        <p:spPr>
          <a:xfrm>
            <a:off x="32004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9" name="Shape 177"/>
          <p:cNvSpPr/>
          <p:nvPr/>
        </p:nvSpPr>
        <p:spPr>
          <a:xfrm>
            <a:off x="32004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0" name="Shape 178"/>
          <p:cNvSpPr/>
          <p:nvPr/>
        </p:nvSpPr>
        <p:spPr>
          <a:xfrm>
            <a:off x="32004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1" name="Shape 179"/>
          <p:cNvSpPr/>
          <p:nvPr/>
        </p:nvSpPr>
        <p:spPr>
          <a:xfrm>
            <a:off x="32004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2" name="Shape 180"/>
          <p:cNvSpPr/>
          <p:nvPr/>
        </p:nvSpPr>
        <p:spPr>
          <a:xfrm>
            <a:off x="32004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3" name="Shape 181"/>
          <p:cNvSpPr/>
          <p:nvPr/>
        </p:nvSpPr>
        <p:spPr>
          <a:xfrm>
            <a:off x="32004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4" name="Shape 182"/>
          <p:cNvSpPr/>
          <p:nvPr/>
        </p:nvSpPr>
        <p:spPr>
          <a:xfrm>
            <a:off x="32004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5" name="Shape 183"/>
          <p:cNvSpPr/>
          <p:nvPr/>
        </p:nvSpPr>
        <p:spPr>
          <a:xfrm>
            <a:off x="32004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6" name="Shape 184"/>
          <p:cNvSpPr/>
          <p:nvPr/>
        </p:nvSpPr>
        <p:spPr>
          <a:xfrm>
            <a:off x="32004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7" name="Shape 185"/>
          <p:cNvSpPr/>
          <p:nvPr/>
        </p:nvSpPr>
        <p:spPr>
          <a:xfrm>
            <a:off x="32004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8" name="Shape 186"/>
          <p:cNvSpPr/>
          <p:nvPr/>
        </p:nvSpPr>
        <p:spPr>
          <a:xfrm>
            <a:off x="32004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9" name="Shape 187"/>
          <p:cNvSpPr/>
          <p:nvPr/>
        </p:nvSpPr>
        <p:spPr>
          <a:xfrm>
            <a:off x="35204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0" name="Shape 188"/>
          <p:cNvSpPr/>
          <p:nvPr/>
        </p:nvSpPr>
        <p:spPr>
          <a:xfrm>
            <a:off x="35204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1" name="Shape 189"/>
          <p:cNvSpPr/>
          <p:nvPr/>
        </p:nvSpPr>
        <p:spPr>
          <a:xfrm>
            <a:off x="35204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2" name="Shape 190"/>
          <p:cNvSpPr/>
          <p:nvPr/>
        </p:nvSpPr>
        <p:spPr>
          <a:xfrm>
            <a:off x="35204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3" name="Shape 191"/>
          <p:cNvSpPr/>
          <p:nvPr/>
        </p:nvSpPr>
        <p:spPr>
          <a:xfrm>
            <a:off x="35204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4" name="Shape 192"/>
          <p:cNvSpPr/>
          <p:nvPr/>
        </p:nvSpPr>
        <p:spPr>
          <a:xfrm>
            <a:off x="35204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5" name="Shape 193"/>
          <p:cNvSpPr/>
          <p:nvPr/>
        </p:nvSpPr>
        <p:spPr>
          <a:xfrm>
            <a:off x="35204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6" name="Shape 194"/>
          <p:cNvSpPr/>
          <p:nvPr/>
        </p:nvSpPr>
        <p:spPr>
          <a:xfrm>
            <a:off x="35204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7" name="Shape 195"/>
          <p:cNvSpPr/>
          <p:nvPr/>
        </p:nvSpPr>
        <p:spPr>
          <a:xfrm>
            <a:off x="35204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8" name="Shape 196"/>
          <p:cNvSpPr/>
          <p:nvPr/>
        </p:nvSpPr>
        <p:spPr>
          <a:xfrm>
            <a:off x="35204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9" name="Shape 197"/>
          <p:cNvSpPr/>
          <p:nvPr/>
        </p:nvSpPr>
        <p:spPr>
          <a:xfrm>
            <a:off x="35204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0" name="Shape 198"/>
          <p:cNvSpPr/>
          <p:nvPr/>
        </p:nvSpPr>
        <p:spPr>
          <a:xfrm>
            <a:off x="35204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1" name="Shape 199"/>
          <p:cNvSpPr/>
          <p:nvPr/>
        </p:nvSpPr>
        <p:spPr>
          <a:xfrm>
            <a:off x="35204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2" name="Shape 200"/>
          <p:cNvSpPr/>
          <p:nvPr/>
        </p:nvSpPr>
        <p:spPr>
          <a:xfrm>
            <a:off x="35204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3" name="Shape 201"/>
          <p:cNvSpPr/>
          <p:nvPr/>
        </p:nvSpPr>
        <p:spPr>
          <a:xfrm>
            <a:off x="35204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4" name="Shape 202"/>
          <p:cNvSpPr/>
          <p:nvPr/>
        </p:nvSpPr>
        <p:spPr>
          <a:xfrm>
            <a:off x="35204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5" name="Shape 203"/>
          <p:cNvSpPr/>
          <p:nvPr/>
        </p:nvSpPr>
        <p:spPr>
          <a:xfrm>
            <a:off x="35204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6" name="Shape 204"/>
          <p:cNvSpPr/>
          <p:nvPr/>
        </p:nvSpPr>
        <p:spPr>
          <a:xfrm>
            <a:off x="38404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7" name="Shape 205"/>
          <p:cNvSpPr/>
          <p:nvPr/>
        </p:nvSpPr>
        <p:spPr>
          <a:xfrm>
            <a:off x="38404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8" name="Shape 206"/>
          <p:cNvSpPr/>
          <p:nvPr/>
        </p:nvSpPr>
        <p:spPr>
          <a:xfrm>
            <a:off x="38404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9" name="Shape 207"/>
          <p:cNvSpPr/>
          <p:nvPr/>
        </p:nvSpPr>
        <p:spPr>
          <a:xfrm>
            <a:off x="38404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0" name="Shape 208"/>
          <p:cNvSpPr/>
          <p:nvPr/>
        </p:nvSpPr>
        <p:spPr>
          <a:xfrm>
            <a:off x="38404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1" name="Shape 209"/>
          <p:cNvSpPr/>
          <p:nvPr/>
        </p:nvSpPr>
        <p:spPr>
          <a:xfrm>
            <a:off x="38404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2" name="Shape 210"/>
          <p:cNvSpPr/>
          <p:nvPr/>
        </p:nvSpPr>
        <p:spPr>
          <a:xfrm>
            <a:off x="38404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3" name="Shape 211"/>
          <p:cNvSpPr/>
          <p:nvPr/>
        </p:nvSpPr>
        <p:spPr>
          <a:xfrm>
            <a:off x="38404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4" name="Shape 212"/>
          <p:cNvSpPr/>
          <p:nvPr/>
        </p:nvSpPr>
        <p:spPr>
          <a:xfrm>
            <a:off x="38404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5" name="Shape 213"/>
          <p:cNvSpPr/>
          <p:nvPr/>
        </p:nvSpPr>
        <p:spPr>
          <a:xfrm>
            <a:off x="38404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6" name="Shape 214"/>
          <p:cNvSpPr/>
          <p:nvPr/>
        </p:nvSpPr>
        <p:spPr>
          <a:xfrm>
            <a:off x="38404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7" name="Shape 215"/>
          <p:cNvSpPr/>
          <p:nvPr/>
        </p:nvSpPr>
        <p:spPr>
          <a:xfrm>
            <a:off x="38404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8" name="Shape 216"/>
          <p:cNvSpPr/>
          <p:nvPr/>
        </p:nvSpPr>
        <p:spPr>
          <a:xfrm>
            <a:off x="38404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9" name="Shape 217"/>
          <p:cNvSpPr/>
          <p:nvPr/>
        </p:nvSpPr>
        <p:spPr>
          <a:xfrm>
            <a:off x="38404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0" name="Shape 218"/>
          <p:cNvSpPr/>
          <p:nvPr/>
        </p:nvSpPr>
        <p:spPr>
          <a:xfrm>
            <a:off x="38404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1" name="Shape 219"/>
          <p:cNvSpPr/>
          <p:nvPr/>
        </p:nvSpPr>
        <p:spPr>
          <a:xfrm>
            <a:off x="38404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2" name="Shape 220"/>
          <p:cNvSpPr/>
          <p:nvPr/>
        </p:nvSpPr>
        <p:spPr>
          <a:xfrm>
            <a:off x="38404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3" name="Shape 221"/>
          <p:cNvSpPr/>
          <p:nvPr/>
        </p:nvSpPr>
        <p:spPr>
          <a:xfrm>
            <a:off x="41605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4" name="Shape 222"/>
          <p:cNvSpPr/>
          <p:nvPr/>
        </p:nvSpPr>
        <p:spPr>
          <a:xfrm>
            <a:off x="41605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5" name="Shape 223"/>
          <p:cNvSpPr/>
          <p:nvPr/>
        </p:nvSpPr>
        <p:spPr>
          <a:xfrm>
            <a:off x="41605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6" name="Shape 224"/>
          <p:cNvSpPr/>
          <p:nvPr/>
        </p:nvSpPr>
        <p:spPr>
          <a:xfrm>
            <a:off x="41605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7" name="Shape 225"/>
          <p:cNvSpPr/>
          <p:nvPr/>
        </p:nvSpPr>
        <p:spPr>
          <a:xfrm>
            <a:off x="41605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8" name="Shape 226"/>
          <p:cNvSpPr/>
          <p:nvPr/>
        </p:nvSpPr>
        <p:spPr>
          <a:xfrm>
            <a:off x="41605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9" name="Shape 227"/>
          <p:cNvSpPr/>
          <p:nvPr/>
        </p:nvSpPr>
        <p:spPr>
          <a:xfrm>
            <a:off x="41605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0" name="Shape 228"/>
          <p:cNvSpPr/>
          <p:nvPr/>
        </p:nvSpPr>
        <p:spPr>
          <a:xfrm>
            <a:off x="41605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1" name="Shape 229"/>
          <p:cNvSpPr/>
          <p:nvPr/>
        </p:nvSpPr>
        <p:spPr>
          <a:xfrm>
            <a:off x="41605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2" name="Shape 230"/>
          <p:cNvSpPr/>
          <p:nvPr/>
        </p:nvSpPr>
        <p:spPr>
          <a:xfrm>
            <a:off x="41605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3" name="Shape 231"/>
          <p:cNvSpPr/>
          <p:nvPr/>
        </p:nvSpPr>
        <p:spPr>
          <a:xfrm>
            <a:off x="41605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4" name="Shape 232"/>
          <p:cNvSpPr/>
          <p:nvPr/>
        </p:nvSpPr>
        <p:spPr>
          <a:xfrm>
            <a:off x="41605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5" name="Shape 233"/>
          <p:cNvSpPr/>
          <p:nvPr/>
        </p:nvSpPr>
        <p:spPr>
          <a:xfrm>
            <a:off x="41605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6" name="Shape 234"/>
          <p:cNvSpPr/>
          <p:nvPr/>
        </p:nvSpPr>
        <p:spPr>
          <a:xfrm>
            <a:off x="41605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7" name="Shape 235"/>
          <p:cNvSpPr/>
          <p:nvPr/>
        </p:nvSpPr>
        <p:spPr>
          <a:xfrm>
            <a:off x="41605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8" name="Shape 236"/>
          <p:cNvSpPr/>
          <p:nvPr/>
        </p:nvSpPr>
        <p:spPr>
          <a:xfrm>
            <a:off x="41605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9" name="Shape 237"/>
          <p:cNvSpPr/>
          <p:nvPr/>
        </p:nvSpPr>
        <p:spPr>
          <a:xfrm>
            <a:off x="41605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0" name="Shape 238"/>
          <p:cNvSpPr/>
          <p:nvPr/>
        </p:nvSpPr>
        <p:spPr>
          <a:xfrm>
            <a:off x="44805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1" name="Shape 239"/>
          <p:cNvSpPr/>
          <p:nvPr/>
        </p:nvSpPr>
        <p:spPr>
          <a:xfrm>
            <a:off x="44805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2" name="Shape 240"/>
          <p:cNvSpPr/>
          <p:nvPr/>
        </p:nvSpPr>
        <p:spPr>
          <a:xfrm>
            <a:off x="44805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3" name="Shape 241"/>
          <p:cNvSpPr/>
          <p:nvPr/>
        </p:nvSpPr>
        <p:spPr>
          <a:xfrm>
            <a:off x="44805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4" name="Shape 242"/>
          <p:cNvSpPr/>
          <p:nvPr/>
        </p:nvSpPr>
        <p:spPr>
          <a:xfrm>
            <a:off x="44805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5" name="Shape 243"/>
          <p:cNvSpPr/>
          <p:nvPr/>
        </p:nvSpPr>
        <p:spPr>
          <a:xfrm>
            <a:off x="44805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6" name="Shape 244"/>
          <p:cNvSpPr/>
          <p:nvPr/>
        </p:nvSpPr>
        <p:spPr>
          <a:xfrm>
            <a:off x="44805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7" name="Shape 245"/>
          <p:cNvSpPr/>
          <p:nvPr/>
        </p:nvSpPr>
        <p:spPr>
          <a:xfrm>
            <a:off x="44805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8" name="Shape 246"/>
          <p:cNvSpPr/>
          <p:nvPr/>
        </p:nvSpPr>
        <p:spPr>
          <a:xfrm>
            <a:off x="44805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9" name="Shape 247"/>
          <p:cNvSpPr/>
          <p:nvPr/>
        </p:nvSpPr>
        <p:spPr>
          <a:xfrm>
            <a:off x="44805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0" name="Shape 248"/>
          <p:cNvSpPr/>
          <p:nvPr/>
        </p:nvSpPr>
        <p:spPr>
          <a:xfrm>
            <a:off x="44805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1" name="Shape 249"/>
          <p:cNvSpPr/>
          <p:nvPr/>
        </p:nvSpPr>
        <p:spPr>
          <a:xfrm>
            <a:off x="44805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2" name="Shape 250"/>
          <p:cNvSpPr/>
          <p:nvPr/>
        </p:nvSpPr>
        <p:spPr>
          <a:xfrm>
            <a:off x="44805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3" name="Shape 251"/>
          <p:cNvSpPr/>
          <p:nvPr/>
        </p:nvSpPr>
        <p:spPr>
          <a:xfrm>
            <a:off x="44805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4" name="Shape 252"/>
          <p:cNvSpPr/>
          <p:nvPr/>
        </p:nvSpPr>
        <p:spPr>
          <a:xfrm>
            <a:off x="44805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5" name="Shape 253"/>
          <p:cNvSpPr/>
          <p:nvPr/>
        </p:nvSpPr>
        <p:spPr>
          <a:xfrm>
            <a:off x="44805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6" name="Shape 254"/>
          <p:cNvSpPr/>
          <p:nvPr/>
        </p:nvSpPr>
        <p:spPr>
          <a:xfrm>
            <a:off x="44805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7" name="Shape 255"/>
          <p:cNvSpPr/>
          <p:nvPr/>
        </p:nvSpPr>
        <p:spPr>
          <a:xfrm>
            <a:off x="48006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8" name="Shape 256"/>
          <p:cNvSpPr/>
          <p:nvPr/>
        </p:nvSpPr>
        <p:spPr>
          <a:xfrm>
            <a:off x="48006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9" name="Shape 257"/>
          <p:cNvSpPr/>
          <p:nvPr/>
        </p:nvSpPr>
        <p:spPr>
          <a:xfrm>
            <a:off x="48006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0" name="Shape 258"/>
          <p:cNvSpPr/>
          <p:nvPr/>
        </p:nvSpPr>
        <p:spPr>
          <a:xfrm>
            <a:off x="48006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1" name="Shape 259"/>
          <p:cNvSpPr/>
          <p:nvPr/>
        </p:nvSpPr>
        <p:spPr>
          <a:xfrm>
            <a:off x="48006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2" name="Shape 260"/>
          <p:cNvSpPr/>
          <p:nvPr/>
        </p:nvSpPr>
        <p:spPr>
          <a:xfrm>
            <a:off x="48006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3" name="Shape 261"/>
          <p:cNvSpPr/>
          <p:nvPr/>
        </p:nvSpPr>
        <p:spPr>
          <a:xfrm>
            <a:off x="48006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4" name="Shape 262"/>
          <p:cNvSpPr/>
          <p:nvPr/>
        </p:nvSpPr>
        <p:spPr>
          <a:xfrm>
            <a:off x="48006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5" name="Shape 263"/>
          <p:cNvSpPr/>
          <p:nvPr/>
        </p:nvSpPr>
        <p:spPr>
          <a:xfrm>
            <a:off x="48006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6" name="Shape 264"/>
          <p:cNvSpPr/>
          <p:nvPr/>
        </p:nvSpPr>
        <p:spPr>
          <a:xfrm>
            <a:off x="48006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7" name="Shape 265"/>
          <p:cNvSpPr/>
          <p:nvPr/>
        </p:nvSpPr>
        <p:spPr>
          <a:xfrm>
            <a:off x="48006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8" name="Shape 266"/>
          <p:cNvSpPr/>
          <p:nvPr/>
        </p:nvSpPr>
        <p:spPr>
          <a:xfrm>
            <a:off x="48006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9" name="Shape 267"/>
          <p:cNvSpPr/>
          <p:nvPr/>
        </p:nvSpPr>
        <p:spPr>
          <a:xfrm>
            <a:off x="48006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0" name="Shape 268"/>
          <p:cNvSpPr/>
          <p:nvPr/>
        </p:nvSpPr>
        <p:spPr>
          <a:xfrm>
            <a:off x="48006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1" name="Shape 269"/>
          <p:cNvSpPr/>
          <p:nvPr/>
        </p:nvSpPr>
        <p:spPr>
          <a:xfrm>
            <a:off x="48006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2" name="Shape 270"/>
          <p:cNvSpPr/>
          <p:nvPr/>
        </p:nvSpPr>
        <p:spPr>
          <a:xfrm>
            <a:off x="48006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3" name="Shape 271"/>
          <p:cNvSpPr/>
          <p:nvPr/>
        </p:nvSpPr>
        <p:spPr>
          <a:xfrm>
            <a:off x="48006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4" name="Shape 272"/>
          <p:cNvSpPr/>
          <p:nvPr/>
        </p:nvSpPr>
        <p:spPr>
          <a:xfrm>
            <a:off x="51206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5" name="Shape 273"/>
          <p:cNvSpPr/>
          <p:nvPr/>
        </p:nvSpPr>
        <p:spPr>
          <a:xfrm>
            <a:off x="51206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6" name="Shape 274"/>
          <p:cNvSpPr/>
          <p:nvPr/>
        </p:nvSpPr>
        <p:spPr>
          <a:xfrm>
            <a:off x="51206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7" name="Shape 275"/>
          <p:cNvSpPr/>
          <p:nvPr/>
        </p:nvSpPr>
        <p:spPr>
          <a:xfrm>
            <a:off x="51206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8" name="Shape 276"/>
          <p:cNvSpPr/>
          <p:nvPr/>
        </p:nvSpPr>
        <p:spPr>
          <a:xfrm>
            <a:off x="51206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9" name="Shape 277"/>
          <p:cNvSpPr/>
          <p:nvPr/>
        </p:nvSpPr>
        <p:spPr>
          <a:xfrm>
            <a:off x="51206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0" name="Shape 278"/>
          <p:cNvSpPr/>
          <p:nvPr/>
        </p:nvSpPr>
        <p:spPr>
          <a:xfrm>
            <a:off x="51206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1" name="Shape 279"/>
          <p:cNvSpPr/>
          <p:nvPr/>
        </p:nvSpPr>
        <p:spPr>
          <a:xfrm>
            <a:off x="51206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2" name="Shape 280"/>
          <p:cNvSpPr/>
          <p:nvPr/>
        </p:nvSpPr>
        <p:spPr>
          <a:xfrm>
            <a:off x="51206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3" name="Shape 281"/>
          <p:cNvSpPr/>
          <p:nvPr/>
        </p:nvSpPr>
        <p:spPr>
          <a:xfrm>
            <a:off x="51206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4" name="Shape 282"/>
          <p:cNvSpPr/>
          <p:nvPr/>
        </p:nvSpPr>
        <p:spPr>
          <a:xfrm>
            <a:off x="51206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5" name="Shape 283"/>
          <p:cNvSpPr/>
          <p:nvPr/>
        </p:nvSpPr>
        <p:spPr>
          <a:xfrm>
            <a:off x="51206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6" name="Shape 284"/>
          <p:cNvSpPr/>
          <p:nvPr/>
        </p:nvSpPr>
        <p:spPr>
          <a:xfrm>
            <a:off x="51206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7" name="Shape 285"/>
          <p:cNvSpPr/>
          <p:nvPr/>
        </p:nvSpPr>
        <p:spPr>
          <a:xfrm>
            <a:off x="51206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8" name="Shape 286"/>
          <p:cNvSpPr/>
          <p:nvPr/>
        </p:nvSpPr>
        <p:spPr>
          <a:xfrm>
            <a:off x="51206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9" name="Shape 287"/>
          <p:cNvSpPr/>
          <p:nvPr/>
        </p:nvSpPr>
        <p:spPr>
          <a:xfrm>
            <a:off x="51206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0" name="Shape 288"/>
          <p:cNvSpPr/>
          <p:nvPr/>
        </p:nvSpPr>
        <p:spPr>
          <a:xfrm>
            <a:off x="51206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1" name="Shape 289"/>
          <p:cNvSpPr/>
          <p:nvPr/>
        </p:nvSpPr>
        <p:spPr>
          <a:xfrm>
            <a:off x="54406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2" name="Shape 290"/>
          <p:cNvSpPr/>
          <p:nvPr/>
        </p:nvSpPr>
        <p:spPr>
          <a:xfrm>
            <a:off x="54406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3" name="Shape 291"/>
          <p:cNvSpPr/>
          <p:nvPr/>
        </p:nvSpPr>
        <p:spPr>
          <a:xfrm>
            <a:off x="54406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4" name="Shape 292"/>
          <p:cNvSpPr/>
          <p:nvPr/>
        </p:nvSpPr>
        <p:spPr>
          <a:xfrm>
            <a:off x="54406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5" name="Shape 293"/>
          <p:cNvSpPr/>
          <p:nvPr/>
        </p:nvSpPr>
        <p:spPr>
          <a:xfrm>
            <a:off x="54406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6" name="Shape 294"/>
          <p:cNvSpPr/>
          <p:nvPr/>
        </p:nvSpPr>
        <p:spPr>
          <a:xfrm>
            <a:off x="54406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7" name="Shape 295"/>
          <p:cNvSpPr/>
          <p:nvPr/>
        </p:nvSpPr>
        <p:spPr>
          <a:xfrm>
            <a:off x="54406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8" name="Shape 296"/>
          <p:cNvSpPr/>
          <p:nvPr/>
        </p:nvSpPr>
        <p:spPr>
          <a:xfrm>
            <a:off x="54406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9" name="Shape 297"/>
          <p:cNvSpPr/>
          <p:nvPr/>
        </p:nvSpPr>
        <p:spPr>
          <a:xfrm>
            <a:off x="54406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0" name="Shape 298"/>
          <p:cNvSpPr/>
          <p:nvPr/>
        </p:nvSpPr>
        <p:spPr>
          <a:xfrm>
            <a:off x="54406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1" name="Shape 299"/>
          <p:cNvSpPr/>
          <p:nvPr/>
        </p:nvSpPr>
        <p:spPr>
          <a:xfrm>
            <a:off x="54406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2" name="Shape 300"/>
          <p:cNvSpPr/>
          <p:nvPr/>
        </p:nvSpPr>
        <p:spPr>
          <a:xfrm>
            <a:off x="54406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3" name="Shape 301"/>
          <p:cNvSpPr/>
          <p:nvPr/>
        </p:nvSpPr>
        <p:spPr>
          <a:xfrm>
            <a:off x="54406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4" name="Shape 302"/>
          <p:cNvSpPr/>
          <p:nvPr/>
        </p:nvSpPr>
        <p:spPr>
          <a:xfrm>
            <a:off x="54406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5" name="Shape 303"/>
          <p:cNvSpPr/>
          <p:nvPr/>
        </p:nvSpPr>
        <p:spPr>
          <a:xfrm>
            <a:off x="54406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6" name="Shape 304"/>
          <p:cNvSpPr/>
          <p:nvPr/>
        </p:nvSpPr>
        <p:spPr>
          <a:xfrm>
            <a:off x="54406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7" name="Shape 305"/>
          <p:cNvSpPr/>
          <p:nvPr/>
        </p:nvSpPr>
        <p:spPr>
          <a:xfrm>
            <a:off x="54406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8" name="Shape 306"/>
          <p:cNvSpPr/>
          <p:nvPr/>
        </p:nvSpPr>
        <p:spPr>
          <a:xfrm>
            <a:off x="57607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9" name="Shape 307"/>
          <p:cNvSpPr/>
          <p:nvPr/>
        </p:nvSpPr>
        <p:spPr>
          <a:xfrm>
            <a:off x="57607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0" name="Shape 308"/>
          <p:cNvSpPr/>
          <p:nvPr/>
        </p:nvSpPr>
        <p:spPr>
          <a:xfrm>
            <a:off x="57607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1" name="Shape 309"/>
          <p:cNvSpPr/>
          <p:nvPr/>
        </p:nvSpPr>
        <p:spPr>
          <a:xfrm>
            <a:off x="57607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2" name="Shape 310"/>
          <p:cNvSpPr/>
          <p:nvPr/>
        </p:nvSpPr>
        <p:spPr>
          <a:xfrm>
            <a:off x="57607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3" name="Shape 311"/>
          <p:cNvSpPr/>
          <p:nvPr/>
        </p:nvSpPr>
        <p:spPr>
          <a:xfrm>
            <a:off x="57607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4" name="Shape 312"/>
          <p:cNvSpPr/>
          <p:nvPr/>
        </p:nvSpPr>
        <p:spPr>
          <a:xfrm>
            <a:off x="57607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5" name="Shape 313"/>
          <p:cNvSpPr/>
          <p:nvPr/>
        </p:nvSpPr>
        <p:spPr>
          <a:xfrm>
            <a:off x="57607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6" name="Shape 314"/>
          <p:cNvSpPr/>
          <p:nvPr/>
        </p:nvSpPr>
        <p:spPr>
          <a:xfrm>
            <a:off x="57607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7" name="Shape 315"/>
          <p:cNvSpPr/>
          <p:nvPr/>
        </p:nvSpPr>
        <p:spPr>
          <a:xfrm>
            <a:off x="57607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8" name="Shape 316"/>
          <p:cNvSpPr/>
          <p:nvPr/>
        </p:nvSpPr>
        <p:spPr>
          <a:xfrm>
            <a:off x="57607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9" name="Shape 317"/>
          <p:cNvSpPr/>
          <p:nvPr/>
        </p:nvSpPr>
        <p:spPr>
          <a:xfrm>
            <a:off x="57607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0" name="Shape 318"/>
          <p:cNvSpPr/>
          <p:nvPr/>
        </p:nvSpPr>
        <p:spPr>
          <a:xfrm>
            <a:off x="57607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1" name="Shape 319"/>
          <p:cNvSpPr/>
          <p:nvPr/>
        </p:nvSpPr>
        <p:spPr>
          <a:xfrm>
            <a:off x="57607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2" name="Shape 320"/>
          <p:cNvSpPr/>
          <p:nvPr/>
        </p:nvSpPr>
        <p:spPr>
          <a:xfrm>
            <a:off x="57607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3" name="Shape 321"/>
          <p:cNvSpPr/>
          <p:nvPr/>
        </p:nvSpPr>
        <p:spPr>
          <a:xfrm>
            <a:off x="57607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4" name="Shape 322"/>
          <p:cNvSpPr/>
          <p:nvPr/>
        </p:nvSpPr>
        <p:spPr>
          <a:xfrm>
            <a:off x="57607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5" name="Shape 323"/>
          <p:cNvSpPr/>
          <p:nvPr/>
        </p:nvSpPr>
        <p:spPr>
          <a:xfrm>
            <a:off x="60807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6" name="Shape 324"/>
          <p:cNvSpPr/>
          <p:nvPr/>
        </p:nvSpPr>
        <p:spPr>
          <a:xfrm>
            <a:off x="60807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7" name="Shape 325"/>
          <p:cNvSpPr/>
          <p:nvPr/>
        </p:nvSpPr>
        <p:spPr>
          <a:xfrm>
            <a:off x="60807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8" name="Shape 326"/>
          <p:cNvSpPr/>
          <p:nvPr/>
        </p:nvSpPr>
        <p:spPr>
          <a:xfrm>
            <a:off x="60807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9" name="Shape 327"/>
          <p:cNvSpPr/>
          <p:nvPr/>
        </p:nvSpPr>
        <p:spPr>
          <a:xfrm>
            <a:off x="60807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0" name="Shape 328"/>
          <p:cNvSpPr/>
          <p:nvPr/>
        </p:nvSpPr>
        <p:spPr>
          <a:xfrm>
            <a:off x="60807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1" name="Shape 329"/>
          <p:cNvSpPr/>
          <p:nvPr/>
        </p:nvSpPr>
        <p:spPr>
          <a:xfrm>
            <a:off x="60807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2" name="Shape 330"/>
          <p:cNvSpPr/>
          <p:nvPr/>
        </p:nvSpPr>
        <p:spPr>
          <a:xfrm>
            <a:off x="60807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3" name="Shape 331"/>
          <p:cNvSpPr/>
          <p:nvPr/>
        </p:nvSpPr>
        <p:spPr>
          <a:xfrm>
            <a:off x="60807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4" name="Shape 332"/>
          <p:cNvSpPr/>
          <p:nvPr/>
        </p:nvSpPr>
        <p:spPr>
          <a:xfrm>
            <a:off x="60807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5" name="Shape 333"/>
          <p:cNvSpPr/>
          <p:nvPr/>
        </p:nvSpPr>
        <p:spPr>
          <a:xfrm>
            <a:off x="60807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6" name="Shape 334"/>
          <p:cNvSpPr/>
          <p:nvPr/>
        </p:nvSpPr>
        <p:spPr>
          <a:xfrm>
            <a:off x="60807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7" name="Shape 335"/>
          <p:cNvSpPr/>
          <p:nvPr/>
        </p:nvSpPr>
        <p:spPr>
          <a:xfrm>
            <a:off x="60807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8" name="Shape 336"/>
          <p:cNvSpPr/>
          <p:nvPr/>
        </p:nvSpPr>
        <p:spPr>
          <a:xfrm>
            <a:off x="60807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9" name="Shape 337"/>
          <p:cNvSpPr/>
          <p:nvPr/>
        </p:nvSpPr>
        <p:spPr>
          <a:xfrm>
            <a:off x="60807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0" name="Shape 338"/>
          <p:cNvSpPr/>
          <p:nvPr/>
        </p:nvSpPr>
        <p:spPr>
          <a:xfrm>
            <a:off x="60807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1" name="Shape 339"/>
          <p:cNvSpPr/>
          <p:nvPr/>
        </p:nvSpPr>
        <p:spPr>
          <a:xfrm>
            <a:off x="60807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2" name="Shape 340"/>
          <p:cNvSpPr/>
          <p:nvPr/>
        </p:nvSpPr>
        <p:spPr>
          <a:xfrm>
            <a:off x="64008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3" name="Shape 341"/>
          <p:cNvSpPr/>
          <p:nvPr/>
        </p:nvSpPr>
        <p:spPr>
          <a:xfrm>
            <a:off x="64008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4" name="Shape 342"/>
          <p:cNvSpPr/>
          <p:nvPr/>
        </p:nvSpPr>
        <p:spPr>
          <a:xfrm>
            <a:off x="64008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5" name="Shape 343"/>
          <p:cNvSpPr/>
          <p:nvPr/>
        </p:nvSpPr>
        <p:spPr>
          <a:xfrm>
            <a:off x="64008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6" name="Shape 344"/>
          <p:cNvSpPr/>
          <p:nvPr/>
        </p:nvSpPr>
        <p:spPr>
          <a:xfrm>
            <a:off x="64008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7" name="Shape 345"/>
          <p:cNvSpPr/>
          <p:nvPr/>
        </p:nvSpPr>
        <p:spPr>
          <a:xfrm>
            <a:off x="64008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8" name="Shape 346"/>
          <p:cNvSpPr/>
          <p:nvPr/>
        </p:nvSpPr>
        <p:spPr>
          <a:xfrm>
            <a:off x="64008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9" name="Shape 347"/>
          <p:cNvSpPr/>
          <p:nvPr/>
        </p:nvSpPr>
        <p:spPr>
          <a:xfrm>
            <a:off x="64008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0" name="Shape 348"/>
          <p:cNvSpPr/>
          <p:nvPr/>
        </p:nvSpPr>
        <p:spPr>
          <a:xfrm>
            <a:off x="64008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1" name="Shape 349"/>
          <p:cNvSpPr/>
          <p:nvPr/>
        </p:nvSpPr>
        <p:spPr>
          <a:xfrm>
            <a:off x="64008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2" name="Shape 350"/>
          <p:cNvSpPr/>
          <p:nvPr/>
        </p:nvSpPr>
        <p:spPr>
          <a:xfrm>
            <a:off x="64008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3" name="Shape 351"/>
          <p:cNvSpPr/>
          <p:nvPr/>
        </p:nvSpPr>
        <p:spPr>
          <a:xfrm>
            <a:off x="64008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4" name="Shape 352"/>
          <p:cNvSpPr/>
          <p:nvPr/>
        </p:nvSpPr>
        <p:spPr>
          <a:xfrm>
            <a:off x="64008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5" name="Shape 353"/>
          <p:cNvSpPr/>
          <p:nvPr/>
        </p:nvSpPr>
        <p:spPr>
          <a:xfrm>
            <a:off x="64008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6" name="Shape 354"/>
          <p:cNvSpPr/>
          <p:nvPr/>
        </p:nvSpPr>
        <p:spPr>
          <a:xfrm>
            <a:off x="64008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7" name="Shape 355"/>
          <p:cNvSpPr/>
          <p:nvPr/>
        </p:nvSpPr>
        <p:spPr>
          <a:xfrm>
            <a:off x="64008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8" name="Shape 356"/>
          <p:cNvSpPr/>
          <p:nvPr/>
        </p:nvSpPr>
        <p:spPr>
          <a:xfrm>
            <a:off x="64008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9" name="Shape 357"/>
          <p:cNvSpPr/>
          <p:nvPr/>
        </p:nvSpPr>
        <p:spPr>
          <a:xfrm>
            <a:off x="67208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0" name="Shape 358"/>
          <p:cNvSpPr/>
          <p:nvPr/>
        </p:nvSpPr>
        <p:spPr>
          <a:xfrm>
            <a:off x="67208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1" name="Shape 359"/>
          <p:cNvSpPr/>
          <p:nvPr/>
        </p:nvSpPr>
        <p:spPr>
          <a:xfrm>
            <a:off x="67208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2" name="Shape 360"/>
          <p:cNvSpPr/>
          <p:nvPr/>
        </p:nvSpPr>
        <p:spPr>
          <a:xfrm>
            <a:off x="67208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3" name="Shape 361"/>
          <p:cNvSpPr/>
          <p:nvPr/>
        </p:nvSpPr>
        <p:spPr>
          <a:xfrm>
            <a:off x="67208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4" name="Shape 362"/>
          <p:cNvSpPr/>
          <p:nvPr/>
        </p:nvSpPr>
        <p:spPr>
          <a:xfrm>
            <a:off x="67208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5" name="Shape 363"/>
          <p:cNvSpPr/>
          <p:nvPr/>
        </p:nvSpPr>
        <p:spPr>
          <a:xfrm>
            <a:off x="67208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6" name="Shape 364"/>
          <p:cNvSpPr/>
          <p:nvPr/>
        </p:nvSpPr>
        <p:spPr>
          <a:xfrm>
            <a:off x="67208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7" name="Shape 365"/>
          <p:cNvSpPr/>
          <p:nvPr/>
        </p:nvSpPr>
        <p:spPr>
          <a:xfrm>
            <a:off x="67208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8" name="Shape 366"/>
          <p:cNvSpPr/>
          <p:nvPr/>
        </p:nvSpPr>
        <p:spPr>
          <a:xfrm>
            <a:off x="67208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9" name="Shape 367"/>
          <p:cNvSpPr/>
          <p:nvPr/>
        </p:nvSpPr>
        <p:spPr>
          <a:xfrm>
            <a:off x="67208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0" name="Shape 368"/>
          <p:cNvSpPr/>
          <p:nvPr/>
        </p:nvSpPr>
        <p:spPr>
          <a:xfrm>
            <a:off x="67208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1" name="Shape 369"/>
          <p:cNvSpPr/>
          <p:nvPr/>
        </p:nvSpPr>
        <p:spPr>
          <a:xfrm>
            <a:off x="67208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2" name="Shape 370"/>
          <p:cNvSpPr/>
          <p:nvPr/>
        </p:nvSpPr>
        <p:spPr>
          <a:xfrm>
            <a:off x="67208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3" name="Shape 371"/>
          <p:cNvSpPr/>
          <p:nvPr/>
        </p:nvSpPr>
        <p:spPr>
          <a:xfrm>
            <a:off x="67208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4" name="Shape 372"/>
          <p:cNvSpPr/>
          <p:nvPr/>
        </p:nvSpPr>
        <p:spPr>
          <a:xfrm>
            <a:off x="67208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5" name="Shape 373"/>
          <p:cNvSpPr/>
          <p:nvPr/>
        </p:nvSpPr>
        <p:spPr>
          <a:xfrm>
            <a:off x="67208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6" name="Shape 374"/>
          <p:cNvSpPr/>
          <p:nvPr/>
        </p:nvSpPr>
        <p:spPr>
          <a:xfrm>
            <a:off x="70408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7" name="Shape 375"/>
          <p:cNvSpPr/>
          <p:nvPr/>
        </p:nvSpPr>
        <p:spPr>
          <a:xfrm>
            <a:off x="70408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8" name="Shape 376"/>
          <p:cNvSpPr/>
          <p:nvPr/>
        </p:nvSpPr>
        <p:spPr>
          <a:xfrm>
            <a:off x="70408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9" name="Shape 377"/>
          <p:cNvSpPr/>
          <p:nvPr/>
        </p:nvSpPr>
        <p:spPr>
          <a:xfrm>
            <a:off x="70408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0" name="Shape 378"/>
          <p:cNvSpPr/>
          <p:nvPr/>
        </p:nvSpPr>
        <p:spPr>
          <a:xfrm>
            <a:off x="70408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1" name="Shape 379"/>
          <p:cNvSpPr/>
          <p:nvPr/>
        </p:nvSpPr>
        <p:spPr>
          <a:xfrm>
            <a:off x="70408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2" name="Shape 380"/>
          <p:cNvSpPr/>
          <p:nvPr/>
        </p:nvSpPr>
        <p:spPr>
          <a:xfrm>
            <a:off x="70408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3" name="Shape 381"/>
          <p:cNvSpPr/>
          <p:nvPr/>
        </p:nvSpPr>
        <p:spPr>
          <a:xfrm>
            <a:off x="70408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4" name="Shape 382"/>
          <p:cNvSpPr/>
          <p:nvPr/>
        </p:nvSpPr>
        <p:spPr>
          <a:xfrm>
            <a:off x="70408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5" name="Shape 383"/>
          <p:cNvSpPr/>
          <p:nvPr/>
        </p:nvSpPr>
        <p:spPr>
          <a:xfrm>
            <a:off x="70408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6" name="Shape 384"/>
          <p:cNvSpPr/>
          <p:nvPr/>
        </p:nvSpPr>
        <p:spPr>
          <a:xfrm>
            <a:off x="70408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7" name="Shape 385"/>
          <p:cNvSpPr/>
          <p:nvPr/>
        </p:nvSpPr>
        <p:spPr>
          <a:xfrm>
            <a:off x="70408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8" name="Shape 386"/>
          <p:cNvSpPr/>
          <p:nvPr/>
        </p:nvSpPr>
        <p:spPr>
          <a:xfrm>
            <a:off x="70408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9" name="Shape 387"/>
          <p:cNvSpPr/>
          <p:nvPr/>
        </p:nvSpPr>
        <p:spPr>
          <a:xfrm>
            <a:off x="70408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0" name="Shape 388"/>
          <p:cNvSpPr/>
          <p:nvPr/>
        </p:nvSpPr>
        <p:spPr>
          <a:xfrm>
            <a:off x="70408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1" name="Shape 389"/>
          <p:cNvSpPr/>
          <p:nvPr/>
        </p:nvSpPr>
        <p:spPr>
          <a:xfrm>
            <a:off x="70408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2" name="Shape 390"/>
          <p:cNvSpPr/>
          <p:nvPr/>
        </p:nvSpPr>
        <p:spPr>
          <a:xfrm>
            <a:off x="70408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3" name="Shape 391"/>
          <p:cNvSpPr/>
          <p:nvPr/>
        </p:nvSpPr>
        <p:spPr>
          <a:xfrm>
            <a:off x="73609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4" name="Shape 392"/>
          <p:cNvSpPr/>
          <p:nvPr/>
        </p:nvSpPr>
        <p:spPr>
          <a:xfrm>
            <a:off x="73609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5" name="Shape 393"/>
          <p:cNvSpPr/>
          <p:nvPr/>
        </p:nvSpPr>
        <p:spPr>
          <a:xfrm>
            <a:off x="73609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6" name="Shape 394"/>
          <p:cNvSpPr/>
          <p:nvPr/>
        </p:nvSpPr>
        <p:spPr>
          <a:xfrm>
            <a:off x="73609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7" name="Shape 395"/>
          <p:cNvSpPr/>
          <p:nvPr/>
        </p:nvSpPr>
        <p:spPr>
          <a:xfrm>
            <a:off x="73609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8" name="Shape 396"/>
          <p:cNvSpPr/>
          <p:nvPr/>
        </p:nvSpPr>
        <p:spPr>
          <a:xfrm>
            <a:off x="73609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9" name="Shape 397"/>
          <p:cNvSpPr/>
          <p:nvPr/>
        </p:nvSpPr>
        <p:spPr>
          <a:xfrm>
            <a:off x="73609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0" name="Shape 398"/>
          <p:cNvSpPr/>
          <p:nvPr/>
        </p:nvSpPr>
        <p:spPr>
          <a:xfrm>
            <a:off x="73609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1" name="Shape 399"/>
          <p:cNvSpPr/>
          <p:nvPr/>
        </p:nvSpPr>
        <p:spPr>
          <a:xfrm>
            <a:off x="73609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2" name="Shape 400"/>
          <p:cNvSpPr/>
          <p:nvPr/>
        </p:nvSpPr>
        <p:spPr>
          <a:xfrm>
            <a:off x="73609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3" name="Shape 401"/>
          <p:cNvSpPr/>
          <p:nvPr/>
        </p:nvSpPr>
        <p:spPr>
          <a:xfrm>
            <a:off x="73609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4" name="Shape 402"/>
          <p:cNvSpPr/>
          <p:nvPr/>
        </p:nvSpPr>
        <p:spPr>
          <a:xfrm>
            <a:off x="73609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5" name="Shape 403"/>
          <p:cNvSpPr/>
          <p:nvPr/>
        </p:nvSpPr>
        <p:spPr>
          <a:xfrm>
            <a:off x="73609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6" name="Shape 404"/>
          <p:cNvSpPr/>
          <p:nvPr/>
        </p:nvSpPr>
        <p:spPr>
          <a:xfrm>
            <a:off x="73609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7" name="Shape 405"/>
          <p:cNvSpPr/>
          <p:nvPr/>
        </p:nvSpPr>
        <p:spPr>
          <a:xfrm>
            <a:off x="73609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8" name="Shape 406"/>
          <p:cNvSpPr/>
          <p:nvPr/>
        </p:nvSpPr>
        <p:spPr>
          <a:xfrm>
            <a:off x="73609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9" name="Shape 407"/>
          <p:cNvSpPr/>
          <p:nvPr/>
        </p:nvSpPr>
        <p:spPr>
          <a:xfrm>
            <a:off x="73609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0" name="Shape 408"/>
          <p:cNvSpPr/>
          <p:nvPr/>
        </p:nvSpPr>
        <p:spPr>
          <a:xfrm>
            <a:off x="76809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1" name="Shape 409"/>
          <p:cNvSpPr/>
          <p:nvPr/>
        </p:nvSpPr>
        <p:spPr>
          <a:xfrm>
            <a:off x="76809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2" name="Shape 410"/>
          <p:cNvSpPr/>
          <p:nvPr/>
        </p:nvSpPr>
        <p:spPr>
          <a:xfrm>
            <a:off x="76809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3" name="Shape 411"/>
          <p:cNvSpPr/>
          <p:nvPr/>
        </p:nvSpPr>
        <p:spPr>
          <a:xfrm>
            <a:off x="76809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4" name="Shape 412"/>
          <p:cNvSpPr/>
          <p:nvPr/>
        </p:nvSpPr>
        <p:spPr>
          <a:xfrm>
            <a:off x="76809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5" name="Shape 413"/>
          <p:cNvSpPr/>
          <p:nvPr/>
        </p:nvSpPr>
        <p:spPr>
          <a:xfrm>
            <a:off x="76809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6" name="Shape 414"/>
          <p:cNvSpPr/>
          <p:nvPr/>
        </p:nvSpPr>
        <p:spPr>
          <a:xfrm>
            <a:off x="76809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7" name="Shape 415"/>
          <p:cNvSpPr/>
          <p:nvPr/>
        </p:nvSpPr>
        <p:spPr>
          <a:xfrm>
            <a:off x="76809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8" name="Shape 416"/>
          <p:cNvSpPr/>
          <p:nvPr/>
        </p:nvSpPr>
        <p:spPr>
          <a:xfrm>
            <a:off x="76809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9" name="Shape 417"/>
          <p:cNvSpPr/>
          <p:nvPr/>
        </p:nvSpPr>
        <p:spPr>
          <a:xfrm>
            <a:off x="76809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0" name="Shape 418"/>
          <p:cNvSpPr/>
          <p:nvPr/>
        </p:nvSpPr>
        <p:spPr>
          <a:xfrm>
            <a:off x="76809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1" name="Shape 419"/>
          <p:cNvSpPr/>
          <p:nvPr/>
        </p:nvSpPr>
        <p:spPr>
          <a:xfrm>
            <a:off x="76809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2" name="Shape 420"/>
          <p:cNvSpPr/>
          <p:nvPr/>
        </p:nvSpPr>
        <p:spPr>
          <a:xfrm>
            <a:off x="76809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3" name="Shape 421"/>
          <p:cNvSpPr/>
          <p:nvPr/>
        </p:nvSpPr>
        <p:spPr>
          <a:xfrm>
            <a:off x="76809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4" name="Shape 422"/>
          <p:cNvSpPr/>
          <p:nvPr/>
        </p:nvSpPr>
        <p:spPr>
          <a:xfrm>
            <a:off x="76809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5" name="Shape 423"/>
          <p:cNvSpPr/>
          <p:nvPr/>
        </p:nvSpPr>
        <p:spPr>
          <a:xfrm>
            <a:off x="76809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6" name="Shape 424"/>
          <p:cNvSpPr/>
          <p:nvPr/>
        </p:nvSpPr>
        <p:spPr>
          <a:xfrm>
            <a:off x="76809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7" name="Shape 425"/>
          <p:cNvSpPr/>
          <p:nvPr/>
        </p:nvSpPr>
        <p:spPr>
          <a:xfrm>
            <a:off x="80010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8" name="Shape 426"/>
          <p:cNvSpPr/>
          <p:nvPr/>
        </p:nvSpPr>
        <p:spPr>
          <a:xfrm>
            <a:off x="80010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9" name="Shape 427"/>
          <p:cNvSpPr/>
          <p:nvPr/>
        </p:nvSpPr>
        <p:spPr>
          <a:xfrm>
            <a:off x="80010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0" name="Shape 428"/>
          <p:cNvSpPr/>
          <p:nvPr/>
        </p:nvSpPr>
        <p:spPr>
          <a:xfrm>
            <a:off x="80010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1" name="Shape 429"/>
          <p:cNvSpPr/>
          <p:nvPr/>
        </p:nvSpPr>
        <p:spPr>
          <a:xfrm>
            <a:off x="80010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2" name="Shape 430"/>
          <p:cNvSpPr/>
          <p:nvPr/>
        </p:nvSpPr>
        <p:spPr>
          <a:xfrm>
            <a:off x="80010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3" name="Shape 431"/>
          <p:cNvSpPr/>
          <p:nvPr/>
        </p:nvSpPr>
        <p:spPr>
          <a:xfrm>
            <a:off x="80010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4" name="Shape 432"/>
          <p:cNvSpPr/>
          <p:nvPr/>
        </p:nvSpPr>
        <p:spPr>
          <a:xfrm>
            <a:off x="80010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5" name="Shape 433"/>
          <p:cNvSpPr/>
          <p:nvPr/>
        </p:nvSpPr>
        <p:spPr>
          <a:xfrm>
            <a:off x="80010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6" name="Shape 434"/>
          <p:cNvSpPr/>
          <p:nvPr/>
        </p:nvSpPr>
        <p:spPr>
          <a:xfrm>
            <a:off x="80010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7" name="Shape 435"/>
          <p:cNvSpPr/>
          <p:nvPr/>
        </p:nvSpPr>
        <p:spPr>
          <a:xfrm>
            <a:off x="80010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8" name="Shape 436"/>
          <p:cNvSpPr/>
          <p:nvPr/>
        </p:nvSpPr>
        <p:spPr>
          <a:xfrm>
            <a:off x="80010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9" name="Shape 437"/>
          <p:cNvSpPr/>
          <p:nvPr/>
        </p:nvSpPr>
        <p:spPr>
          <a:xfrm>
            <a:off x="80010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0" name="Shape 438"/>
          <p:cNvSpPr/>
          <p:nvPr/>
        </p:nvSpPr>
        <p:spPr>
          <a:xfrm>
            <a:off x="80010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1" name="Shape 439"/>
          <p:cNvSpPr/>
          <p:nvPr/>
        </p:nvSpPr>
        <p:spPr>
          <a:xfrm>
            <a:off x="80010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2" name="Shape 440"/>
          <p:cNvSpPr/>
          <p:nvPr/>
        </p:nvSpPr>
        <p:spPr>
          <a:xfrm>
            <a:off x="80010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3" name="Shape 441"/>
          <p:cNvSpPr/>
          <p:nvPr/>
        </p:nvSpPr>
        <p:spPr>
          <a:xfrm>
            <a:off x="80010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4" name="Shape 442"/>
          <p:cNvSpPr/>
          <p:nvPr/>
        </p:nvSpPr>
        <p:spPr>
          <a:xfrm>
            <a:off x="83210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5" name="Shape 443"/>
          <p:cNvSpPr/>
          <p:nvPr/>
        </p:nvSpPr>
        <p:spPr>
          <a:xfrm>
            <a:off x="83210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6" name="Shape 444"/>
          <p:cNvSpPr/>
          <p:nvPr/>
        </p:nvSpPr>
        <p:spPr>
          <a:xfrm>
            <a:off x="83210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7" name="Shape 445"/>
          <p:cNvSpPr/>
          <p:nvPr/>
        </p:nvSpPr>
        <p:spPr>
          <a:xfrm>
            <a:off x="83210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8" name="Shape 446"/>
          <p:cNvSpPr/>
          <p:nvPr/>
        </p:nvSpPr>
        <p:spPr>
          <a:xfrm>
            <a:off x="83210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9" name="Shape 447"/>
          <p:cNvSpPr/>
          <p:nvPr/>
        </p:nvSpPr>
        <p:spPr>
          <a:xfrm>
            <a:off x="83210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0" name="Shape 448"/>
          <p:cNvSpPr/>
          <p:nvPr/>
        </p:nvSpPr>
        <p:spPr>
          <a:xfrm>
            <a:off x="83210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1" name="Shape 449"/>
          <p:cNvSpPr/>
          <p:nvPr/>
        </p:nvSpPr>
        <p:spPr>
          <a:xfrm>
            <a:off x="83210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2" name="Shape 450"/>
          <p:cNvSpPr/>
          <p:nvPr/>
        </p:nvSpPr>
        <p:spPr>
          <a:xfrm>
            <a:off x="83210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3" name="Shape 451"/>
          <p:cNvSpPr/>
          <p:nvPr/>
        </p:nvSpPr>
        <p:spPr>
          <a:xfrm>
            <a:off x="83210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4" name="Shape 452"/>
          <p:cNvSpPr/>
          <p:nvPr/>
        </p:nvSpPr>
        <p:spPr>
          <a:xfrm>
            <a:off x="83210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5" name="Shape 453"/>
          <p:cNvSpPr/>
          <p:nvPr/>
        </p:nvSpPr>
        <p:spPr>
          <a:xfrm>
            <a:off x="83210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6" name="Shape 454"/>
          <p:cNvSpPr/>
          <p:nvPr/>
        </p:nvSpPr>
        <p:spPr>
          <a:xfrm>
            <a:off x="83210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7" name="Shape 455"/>
          <p:cNvSpPr/>
          <p:nvPr/>
        </p:nvSpPr>
        <p:spPr>
          <a:xfrm>
            <a:off x="83210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8" name="Shape 456"/>
          <p:cNvSpPr/>
          <p:nvPr/>
        </p:nvSpPr>
        <p:spPr>
          <a:xfrm>
            <a:off x="83210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9" name="Shape 457"/>
          <p:cNvSpPr/>
          <p:nvPr/>
        </p:nvSpPr>
        <p:spPr>
          <a:xfrm>
            <a:off x="83210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0" name="Shape 458"/>
          <p:cNvSpPr/>
          <p:nvPr/>
        </p:nvSpPr>
        <p:spPr>
          <a:xfrm>
            <a:off x="83210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1" name="Shape 459"/>
          <p:cNvSpPr/>
          <p:nvPr/>
        </p:nvSpPr>
        <p:spPr>
          <a:xfrm>
            <a:off x="86410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2" name="Shape 460"/>
          <p:cNvSpPr/>
          <p:nvPr/>
        </p:nvSpPr>
        <p:spPr>
          <a:xfrm>
            <a:off x="86410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3" name="Shape 461"/>
          <p:cNvSpPr/>
          <p:nvPr/>
        </p:nvSpPr>
        <p:spPr>
          <a:xfrm>
            <a:off x="86410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4" name="Shape 462"/>
          <p:cNvSpPr/>
          <p:nvPr/>
        </p:nvSpPr>
        <p:spPr>
          <a:xfrm>
            <a:off x="86410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5" name="Shape 463"/>
          <p:cNvSpPr/>
          <p:nvPr/>
        </p:nvSpPr>
        <p:spPr>
          <a:xfrm>
            <a:off x="86410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6" name="Shape 464"/>
          <p:cNvSpPr/>
          <p:nvPr/>
        </p:nvSpPr>
        <p:spPr>
          <a:xfrm>
            <a:off x="86410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7" name="Shape 465"/>
          <p:cNvSpPr/>
          <p:nvPr/>
        </p:nvSpPr>
        <p:spPr>
          <a:xfrm>
            <a:off x="86410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8" name="Shape 466"/>
          <p:cNvSpPr/>
          <p:nvPr/>
        </p:nvSpPr>
        <p:spPr>
          <a:xfrm>
            <a:off x="86410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9" name="Shape 467"/>
          <p:cNvSpPr/>
          <p:nvPr/>
        </p:nvSpPr>
        <p:spPr>
          <a:xfrm>
            <a:off x="86410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0" name="Shape 468"/>
          <p:cNvSpPr/>
          <p:nvPr/>
        </p:nvSpPr>
        <p:spPr>
          <a:xfrm>
            <a:off x="86410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1" name="Shape 469"/>
          <p:cNvSpPr/>
          <p:nvPr/>
        </p:nvSpPr>
        <p:spPr>
          <a:xfrm>
            <a:off x="86410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2" name="Shape 470"/>
          <p:cNvSpPr/>
          <p:nvPr/>
        </p:nvSpPr>
        <p:spPr>
          <a:xfrm>
            <a:off x="86410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3" name="Shape 471"/>
          <p:cNvSpPr/>
          <p:nvPr/>
        </p:nvSpPr>
        <p:spPr>
          <a:xfrm>
            <a:off x="86410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4" name="Shape 472"/>
          <p:cNvSpPr/>
          <p:nvPr/>
        </p:nvSpPr>
        <p:spPr>
          <a:xfrm>
            <a:off x="86410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5" name="Shape 473"/>
          <p:cNvSpPr/>
          <p:nvPr/>
        </p:nvSpPr>
        <p:spPr>
          <a:xfrm>
            <a:off x="86410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6" name="Shape 474"/>
          <p:cNvSpPr/>
          <p:nvPr/>
        </p:nvSpPr>
        <p:spPr>
          <a:xfrm>
            <a:off x="86410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7" name="Shape 475"/>
          <p:cNvSpPr/>
          <p:nvPr/>
        </p:nvSpPr>
        <p:spPr>
          <a:xfrm>
            <a:off x="86410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8" name="Shape 476"/>
          <p:cNvSpPr/>
          <p:nvPr/>
        </p:nvSpPr>
        <p:spPr>
          <a:xfrm>
            <a:off x="89611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9" name="Shape 477"/>
          <p:cNvSpPr/>
          <p:nvPr/>
        </p:nvSpPr>
        <p:spPr>
          <a:xfrm>
            <a:off x="89611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0" name="Shape 478"/>
          <p:cNvSpPr/>
          <p:nvPr/>
        </p:nvSpPr>
        <p:spPr>
          <a:xfrm>
            <a:off x="89611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1" name="Shape 479"/>
          <p:cNvSpPr/>
          <p:nvPr/>
        </p:nvSpPr>
        <p:spPr>
          <a:xfrm>
            <a:off x="89611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2" name="Shape 480"/>
          <p:cNvSpPr/>
          <p:nvPr/>
        </p:nvSpPr>
        <p:spPr>
          <a:xfrm>
            <a:off x="89611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3" name="Shape 481"/>
          <p:cNvSpPr/>
          <p:nvPr/>
        </p:nvSpPr>
        <p:spPr>
          <a:xfrm>
            <a:off x="89611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4" name="Shape 482"/>
          <p:cNvSpPr/>
          <p:nvPr/>
        </p:nvSpPr>
        <p:spPr>
          <a:xfrm>
            <a:off x="89611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5" name="Shape 483"/>
          <p:cNvSpPr/>
          <p:nvPr/>
        </p:nvSpPr>
        <p:spPr>
          <a:xfrm>
            <a:off x="89611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6" name="Shape 484"/>
          <p:cNvSpPr/>
          <p:nvPr/>
        </p:nvSpPr>
        <p:spPr>
          <a:xfrm>
            <a:off x="89611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7" name="Shape 485"/>
          <p:cNvSpPr/>
          <p:nvPr/>
        </p:nvSpPr>
        <p:spPr>
          <a:xfrm>
            <a:off x="89611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8" name="Shape 486"/>
          <p:cNvSpPr/>
          <p:nvPr/>
        </p:nvSpPr>
        <p:spPr>
          <a:xfrm>
            <a:off x="89611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9" name="Shape 487"/>
          <p:cNvSpPr/>
          <p:nvPr/>
        </p:nvSpPr>
        <p:spPr>
          <a:xfrm>
            <a:off x="89611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0" name="Shape 488"/>
          <p:cNvSpPr/>
          <p:nvPr/>
        </p:nvSpPr>
        <p:spPr>
          <a:xfrm>
            <a:off x="89611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1" name="Shape 489"/>
          <p:cNvSpPr/>
          <p:nvPr/>
        </p:nvSpPr>
        <p:spPr>
          <a:xfrm>
            <a:off x="89611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2" name="Shape 490"/>
          <p:cNvSpPr/>
          <p:nvPr/>
        </p:nvSpPr>
        <p:spPr>
          <a:xfrm>
            <a:off x="89611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3" name="Shape 491"/>
          <p:cNvSpPr/>
          <p:nvPr/>
        </p:nvSpPr>
        <p:spPr>
          <a:xfrm>
            <a:off x="89611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4" name="Shape 492"/>
          <p:cNvSpPr/>
          <p:nvPr/>
        </p:nvSpPr>
        <p:spPr>
          <a:xfrm>
            <a:off x="89611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5" name="Shape 49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6" name="Shape 494"/>
          <p:cNvSpPr/>
          <p:nvPr/>
        </p:nvSpPr>
        <p:spPr>
          <a:xfrm>
            <a:off x="365760" y="4846320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7" name="Text 495"/>
          <p:cNvSpPr/>
          <p:nvPr/>
        </p:nvSpPr>
        <p:spPr>
          <a:xfrm>
            <a:off x="548640" y="4773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Graphy</a:t>
            </a:r>
            <a:endParaRPr lang="en-US" sz="1000" dirty="0"/>
          </a:p>
        </p:txBody>
      </p:sp>
      <p:sp>
        <p:nvSpPr>
          <p:cNvPr id="498" name="Text 496"/>
          <p:cNvSpPr/>
          <p:nvPr/>
        </p:nvSpPr>
        <p:spPr>
          <a:xfrm>
            <a:off x="8046720" y="47731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499" name="Text 497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OBTENEZ</a:t>
            </a:r>
            <a:endParaRPr lang="en-US" sz="1100" dirty="0"/>
          </a:p>
        </p:txBody>
      </p:sp>
      <p:sp>
        <p:nvSpPr>
          <p:cNvPr id="500" name="Text 498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super-pouvoirs sur votre codebase.</a:t>
            </a:r>
            <a:endParaRPr lang="en-US" sz="3000" dirty="0"/>
          </a:p>
        </p:txBody>
      </p:sp>
      <p:sp>
        <p:nvSpPr>
          <p:cNvPr id="501" name="Shape 499"/>
          <p:cNvSpPr/>
          <p:nvPr/>
        </p:nvSpPr>
        <p:spPr>
          <a:xfrm>
            <a:off x="361188" y="1691640"/>
            <a:ext cx="2697480" cy="603763"/>
          </a:xfrm>
          <a:prstGeom prst="roundRect">
            <a:avLst>
              <a:gd name="adj" fmla="val 5517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2" name="Shape 500"/>
          <p:cNvSpPr/>
          <p:nvPr/>
        </p:nvSpPr>
        <p:spPr>
          <a:xfrm>
            <a:off x="589788" y="1920240"/>
            <a:ext cx="164592" cy="16459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3" name="Text 501"/>
          <p:cNvSpPr/>
          <p:nvPr/>
        </p:nvSpPr>
        <p:spPr>
          <a:xfrm>
            <a:off x="864108" y="1828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graphe interactive</a:t>
            </a:r>
            <a:endParaRPr lang="en-US" sz="1400" dirty="0"/>
          </a:p>
        </p:txBody>
      </p:sp>
      <p:sp>
        <p:nvSpPr>
          <p:cNvPr id="505" name="Shape 503"/>
          <p:cNvSpPr/>
          <p:nvPr/>
        </p:nvSpPr>
        <p:spPr>
          <a:xfrm>
            <a:off x="3223260" y="1691640"/>
            <a:ext cx="2697480" cy="571500"/>
          </a:xfrm>
          <a:prstGeom prst="roundRect">
            <a:avLst>
              <a:gd name="adj" fmla="val 5517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6" name="Shape 504"/>
          <p:cNvSpPr/>
          <p:nvPr/>
        </p:nvSpPr>
        <p:spPr>
          <a:xfrm>
            <a:off x="3451860" y="1920240"/>
            <a:ext cx="164592" cy="16459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7" name="Text 505"/>
          <p:cNvSpPr/>
          <p:nvPr/>
        </p:nvSpPr>
        <p:spPr>
          <a:xfrm>
            <a:off x="3726180" y="1828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sémantique</a:t>
            </a:r>
            <a:endParaRPr lang="en-US" sz="1400" dirty="0"/>
          </a:p>
        </p:txBody>
      </p:sp>
      <p:sp>
        <p:nvSpPr>
          <p:cNvPr id="509" name="Shape 507"/>
          <p:cNvSpPr/>
          <p:nvPr/>
        </p:nvSpPr>
        <p:spPr>
          <a:xfrm>
            <a:off x="6085332" y="1691640"/>
            <a:ext cx="2697480" cy="571500"/>
          </a:xfrm>
          <a:prstGeom prst="roundRect">
            <a:avLst>
              <a:gd name="adj" fmla="val 5517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0" name="Shape 508"/>
          <p:cNvSpPr/>
          <p:nvPr/>
        </p:nvSpPr>
        <p:spPr>
          <a:xfrm>
            <a:off x="6313932" y="1920240"/>
            <a:ext cx="164592" cy="164592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1" name="Text 509"/>
          <p:cNvSpPr/>
          <p:nvPr/>
        </p:nvSpPr>
        <p:spPr>
          <a:xfrm>
            <a:off x="6588252" y="1828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IA intégré</a:t>
            </a:r>
            <a:endParaRPr lang="en-US" sz="1400" dirty="0"/>
          </a:p>
        </p:txBody>
      </p:sp>
      <p:sp>
        <p:nvSpPr>
          <p:cNvPr id="513" name="Shape 511"/>
          <p:cNvSpPr/>
          <p:nvPr/>
        </p:nvSpPr>
        <p:spPr>
          <a:xfrm>
            <a:off x="361188" y="3182112"/>
            <a:ext cx="2697480" cy="681228"/>
          </a:xfrm>
          <a:prstGeom prst="roundRect">
            <a:avLst>
              <a:gd name="adj" fmla="val 5517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4" name="Shape 512"/>
          <p:cNvSpPr/>
          <p:nvPr/>
        </p:nvSpPr>
        <p:spPr>
          <a:xfrm>
            <a:off x="589788" y="3410712"/>
            <a:ext cx="164592" cy="164592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5" name="Text 513"/>
          <p:cNvSpPr/>
          <p:nvPr/>
        </p:nvSpPr>
        <p:spPr>
          <a:xfrm>
            <a:off x="864108" y="33192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Édition à la source</a:t>
            </a:r>
            <a:endParaRPr lang="en-US" sz="1400" dirty="0"/>
          </a:p>
        </p:txBody>
      </p:sp>
      <p:sp>
        <p:nvSpPr>
          <p:cNvPr id="517" name="Shape 515"/>
          <p:cNvSpPr/>
          <p:nvPr/>
        </p:nvSpPr>
        <p:spPr>
          <a:xfrm>
            <a:off x="3223260" y="3182112"/>
            <a:ext cx="2697480" cy="681228"/>
          </a:xfrm>
          <a:prstGeom prst="roundRect">
            <a:avLst>
              <a:gd name="adj" fmla="val 5517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8" name="Shape 516"/>
          <p:cNvSpPr/>
          <p:nvPr/>
        </p:nvSpPr>
        <p:spPr>
          <a:xfrm>
            <a:off x="3451860" y="3410712"/>
            <a:ext cx="164592" cy="1645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9" name="Text 517"/>
          <p:cNvSpPr/>
          <p:nvPr/>
        </p:nvSpPr>
        <p:spPr>
          <a:xfrm>
            <a:off x="3726180" y="33192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vu sur le graphe</a:t>
            </a:r>
            <a:endParaRPr lang="en-US" sz="1400" dirty="0"/>
          </a:p>
        </p:txBody>
      </p:sp>
      <p:sp>
        <p:nvSpPr>
          <p:cNvPr id="521" name="Shape 519"/>
          <p:cNvSpPr/>
          <p:nvPr/>
        </p:nvSpPr>
        <p:spPr>
          <a:xfrm>
            <a:off x="6085332" y="3182112"/>
            <a:ext cx="2697480" cy="675878"/>
          </a:xfrm>
          <a:prstGeom prst="roundRect">
            <a:avLst>
              <a:gd name="adj" fmla="val 5517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2" name="Shape 520"/>
          <p:cNvSpPr/>
          <p:nvPr/>
        </p:nvSpPr>
        <p:spPr>
          <a:xfrm>
            <a:off x="6313932" y="3410712"/>
            <a:ext cx="164592" cy="16459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3" name="Text 521"/>
          <p:cNvSpPr/>
          <p:nvPr/>
        </p:nvSpPr>
        <p:spPr>
          <a:xfrm>
            <a:off x="6588252" y="33192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éclair</a:t>
            </a:r>
            <a:endParaRPr lang="en-US" sz="1400" dirty="0"/>
          </a:p>
        </p:txBody>
      </p:sp>
      <p:sp>
        <p:nvSpPr>
          <p:cNvPr id="525" name="Text 52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Bref : un IDE pensé pour comprendre, pas seulement écrire.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3FEB29-3F2D-9D40-2E9E-207E37226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25F20D1-2B3B-EA58-7D80-A772ECBE7BF6}"/>
              </a:ext>
            </a:extLst>
          </p:cNvPr>
          <p:cNvSpPr/>
          <p:nvPr/>
        </p:nvSpPr>
        <p:spPr>
          <a:xfrm>
            <a:off x="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4B130C1-8DBA-AE30-B983-39C410130888}"/>
              </a:ext>
            </a:extLst>
          </p:cNvPr>
          <p:cNvSpPr/>
          <p:nvPr/>
        </p:nvSpPr>
        <p:spPr>
          <a:xfrm>
            <a:off x="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1E4555A-41DE-0575-087B-C2543BBADCFF}"/>
              </a:ext>
            </a:extLst>
          </p:cNvPr>
          <p:cNvSpPr/>
          <p:nvPr/>
        </p:nvSpPr>
        <p:spPr>
          <a:xfrm>
            <a:off x="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BC10139-ECD9-6D10-91F3-71582F13133A}"/>
              </a:ext>
            </a:extLst>
          </p:cNvPr>
          <p:cNvSpPr/>
          <p:nvPr/>
        </p:nvSpPr>
        <p:spPr>
          <a:xfrm>
            <a:off x="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51ED961-6B48-7A1D-F085-77097139222D}"/>
              </a:ext>
            </a:extLst>
          </p:cNvPr>
          <p:cNvSpPr/>
          <p:nvPr/>
        </p:nvSpPr>
        <p:spPr>
          <a:xfrm>
            <a:off x="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41DCA8A-428E-BA20-A813-41FE5E4F9AD6}"/>
              </a:ext>
            </a:extLst>
          </p:cNvPr>
          <p:cNvSpPr/>
          <p:nvPr/>
        </p:nvSpPr>
        <p:spPr>
          <a:xfrm>
            <a:off x="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AC0318B-D92C-88C1-DAE4-E36E76FF4E77}"/>
              </a:ext>
            </a:extLst>
          </p:cNvPr>
          <p:cNvSpPr/>
          <p:nvPr/>
        </p:nvSpPr>
        <p:spPr>
          <a:xfrm>
            <a:off x="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48ED642-72D1-E0AB-CFB4-670DD24D1CA3}"/>
              </a:ext>
            </a:extLst>
          </p:cNvPr>
          <p:cNvSpPr/>
          <p:nvPr/>
        </p:nvSpPr>
        <p:spPr>
          <a:xfrm>
            <a:off x="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41A021D-95A4-2E4B-5392-49F300A25995}"/>
              </a:ext>
            </a:extLst>
          </p:cNvPr>
          <p:cNvSpPr/>
          <p:nvPr/>
        </p:nvSpPr>
        <p:spPr>
          <a:xfrm>
            <a:off x="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9B094F5-511F-2189-A7E0-711802B207FF}"/>
              </a:ext>
            </a:extLst>
          </p:cNvPr>
          <p:cNvSpPr/>
          <p:nvPr/>
        </p:nvSpPr>
        <p:spPr>
          <a:xfrm>
            <a:off x="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D57517D-5543-AE25-D679-DB88D6F1B747}"/>
              </a:ext>
            </a:extLst>
          </p:cNvPr>
          <p:cNvSpPr/>
          <p:nvPr/>
        </p:nvSpPr>
        <p:spPr>
          <a:xfrm>
            <a:off x="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8C817CD-5718-3550-B77F-B05A0141F6A2}"/>
              </a:ext>
            </a:extLst>
          </p:cNvPr>
          <p:cNvSpPr/>
          <p:nvPr/>
        </p:nvSpPr>
        <p:spPr>
          <a:xfrm>
            <a:off x="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C4C75F9-5DC8-AAC7-FE7D-14804D9F5848}"/>
              </a:ext>
            </a:extLst>
          </p:cNvPr>
          <p:cNvSpPr/>
          <p:nvPr/>
        </p:nvSpPr>
        <p:spPr>
          <a:xfrm>
            <a:off x="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CD0B9E6-B024-419F-552B-2C04F95839A7}"/>
              </a:ext>
            </a:extLst>
          </p:cNvPr>
          <p:cNvSpPr/>
          <p:nvPr/>
        </p:nvSpPr>
        <p:spPr>
          <a:xfrm>
            <a:off x="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02F94B0-A89C-B3B8-AC76-76E096271251}"/>
              </a:ext>
            </a:extLst>
          </p:cNvPr>
          <p:cNvSpPr/>
          <p:nvPr/>
        </p:nvSpPr>
        <p:spPr>
          <a:xfrm>
            <a:off x="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5582DC5-4C46-F6F3-8598-DB5151C7FCF9}"/>
              </a:ext>
            </a:extLst>
          </p:cNvPr>
          <p:cNvSpPr/>
          <p:nvPr/>
        </p:nvSpPr>
        <p:spPr>
          <a:xfrm>
            <a:off x="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3449C7E-A6F7-B7FD-D64E-F523F9B7DD79}"/>
              </a:ext>
            </a:extLst>
          </p:cNvPr>
          <p:cNvSpPr/>
          <p:nvPr/>
        </p:nvSpPr>
        <p:spPr>
          <a:xfrm>
            <a:off x="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7CAAF23-4FE1-145C-42FC-463ECF5EC06E}"/>
              </a:ext>
            </a:extLst>
          </p:cNvPr>
          <p:cNvSpPr/>
          <p:nvPr/>
        </p:nvSpPr>
        <p:spPr>
          <a:xfrm>
            <a:off x="3200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E7487476-BB44-B491-D4FA-94BC635B1B0E}"/>
              </a:ext>
            </a:extLst>
          </p:cNvPr>
          <p:cNvSpPr/>
          <p:nvPr/>
        </p:nvSpPr>
        <p:spPr>
          <a:xfrm>
            <a:off x="3200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84203119-28DA-3F71-362E-D36037B68AF4}"/>
              </a:ext>
            </a:extLst>
          </p:cNvPr>
          <p:cNvSpPr/>
          <p:nvPr/>
        </p:nvSpPr>
        <p:spPr>
          <a:xfrm>
            <a:off x="6400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C716027E-73DD-71B7-ACA6-EF37961AFCD2}"/>
              </a:ext>
            </a:extLst>
          </p:cNvPr>
          <p:cNvSpPr/>
          <p:nvPr/>
        </p:nvSpPr>
        <p:spPr>
          <a:xfrm>
            <a:off x="6400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97B4CF38-07C7-C191-939A-E82D4AFEC15C}"/>
              </a:ext>
            </a:extLst>
          </p:cNvPr>
          <p:cNvSpPr/>
          <p:nvPr/>
        </p:nvSpPr>
        <p:spPr>
          <a:xfrm>
            <a:off x="9601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75029324-A712-79D3-C702-7BE405153AED}"/>
              </a:ext>
            </a:extLst>
          </p:cNvPr>
          <p:cNvSpPr/>
          <p:nvPr/>
        </p:nvSpPr>
        <p:spPr>
          <a:xfrm>
            <a:off x="9601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9D56F5C5-B64A-B97E-DDA3-D62B06E1505A}"/>
              </a:ext>
            </a:extLst>
          </p:cNvPr>
          <p:cNvSpPr/>
          <p:nvPr/>
        </p:nvSpPr>
        <p:spPr>
          <a:xfrm>
            <a:off x="12801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65B69D93-2A59-E89E-DDB6-B172C25CE888}"/>
              </a:ext>
            </a:extLst>
          </p:cNvPr>
          <p:cNvSpPr/>
          <p:nvPr/>
        </p:nvSpPr>
        <p:spPr>
          <a:xfrm>
            <a:off x="12801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1F4A706F-6536-539E-7129-F541BDA480F4}"/>
              </a:ext>
            </a:extLst>
          </p:cNvPr>
          <p:cNvSpPr/>
          <p:nvPr/>
        </p:nvSpPr>
        <p:spPr>
          <a:xfrm>
            <a:off x="16002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3" name="Shape 101">
            <a:extLst>
              <a:ext uri="{FF2B5EF4-FFF2-40B4-BE49-F238E27FC236}">
                <a16:creationId xmlns:a16="http://schemas.microsoft.com/office/drawing/2014/main" id="{63D51118-3182-68C6-BC7B-08B53D879542}"/>
              </a:ext>
            </a:extLst>
          </p:cNvPr>
          <p:cNvSpPr/>
          <p:nvPr/>
        </p:nvSpPr>
        <p:spPr>
          <a:xfrm>
            <a:off x="16002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4" name="Shape 102">
            <a:extLst>
              <a:ext uri="{FF2B5EF4-FFF2-40B4-BE49-F238E27FC236}">
                <a16:creationId xmlns:a16="http://schemas.microsoft.com/office/drawing/2014/main" id="{931DC5D3-13E7-714A-0040-9B40A9521EBB}"/>
              </a:ext>
            </a:extLst>
          </p:cNvPr>
          <p:cNvSpPr/>
          <p:nvPr/>
        </p:nvSpPr>
        <p:spPr>
          <a:xfrm>
            <a:off x="19202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0" name="Shape 118">
            <a:extLst>
              <a:ext uri="{FF2B5EF4-FFF2-40B4-BE49-F238E27FC236}">
                <a16:creationId xmlns:a16="http://schemas.microsoft.com/office/drawing/2014/main" id="{0C7FE53F-E9A8-0146-7AA4-987AF4A87D92}"/>
              </a:ext>
            </a:extLst>
          </p:cNvPr>
          <p:cNvSpPr/>
          <p:nvPr/>
        </p:nvSpPr>
        <p:spPr>
          <a:xfrm>
            <a:off x="19202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1" name="Shape 119">
            <a:extLst>
              <a:ext uri="{FF2B5EF4-FFF2-40B4-BE49-F238E27FC236}">
                <a16:creationId xmlns:a16="http://schemas.microsoft.com/office/drawing/2014/main" id="{5B6098C9-D2B1-D3A3-317D-59C06D3E1A93}"/>
              </a:ext>
            </a:extLst>
          </p:cNvPr>
          <p:cNvSpPr/>
          <p:nvPr/>
        </p:nvSpPr>
        <p:spPr>
          <a:xfrm>
            <a:off x="22402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7" name="Shape 135">
            <a:extLst>
              <a:ext uri="{FF2B5EF4-FFF2-40B4-BE49-F238E27FC236}">
                <a16:creationId xmlns:a16="http://schemas.microsoft.com/office/drawing/2014/main" id="{3B2307AC-41B1-5D7E-760C-1E0C06B9D199}"/>
              </a:ext>
            </a:extLst>
          </p:cNvPr>
          <p:cNvSpPr/>
          <p:nvPr/>
        </p:nvSpPr>
        <p:spPr>
          <a:xfrm>
            <a:off x="22402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8" name="Shape 136">
            <a:extLst>
              <a:ext uri="{FF2B5EF4-FFF2-40B4-BE49-F238E27FC236}">
                <a16:creationId xmlns:a16="http://schemas.microsoft.com/office/drawing/2014/main" id="{4DBAA384-4384-6E18-F4AB-C546A41E226A}"/>
              </a:ext>
            </a:extLst>
          </p:cNvPr>
          <p:cNvSpPr/>
          <p:nvPr/>
        </p:nvSpPr>
        <p:spPr>
          <a:xfrm>
            <a:off x="25603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4" name="Shape 152">
            <a:extLst>
              <a:ext uri="{FF2B5EF4-FFF2-40B4-BE49-F238E27FC236}">
                <a16:creationId xmlns:a16="http://schemas.microsoft.com/office/drawing/2014/main" id="{0ABDB908-A4DF-A0E7-2271-ED7FD9796CD6}"/>
              </a:ext>
            </a:extLst>
          </p:cNvPr>
          <p:cNvSpPr/>
          <p:nvPr/>
        </p:nvSpPr>
        <p:spPr>
          <a:xfrm>
            <a:off x="25603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5" name="Shape 153">
            <a:extLst>
              <a:ext uri="{FF2B5EF4-FFF2-40B4-BE49-F238E27FC236}">
                <a16:creationId xmlns:a16="http://schemas.microsoft.com/office/drawing/2014/main" id="{C8D67513-4B26-5387-E5DE-EE7792D1AC80}"/>
              </a:ext>
            </a:extLst>
          </p:cNvPr>
          <p:cNvSpPr/>
          <p:nvPr/>
        </p:nvSpPr>
        <p:spPr>
          <a:xfrm>
            <a:off x="28803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1" name="Shape 169">
            <a:extLst>
              <a:ext uri="{FF2B5EF4-FFF2-40B4-BE49-F238E27FC236}">
                <a16:creationId xmlns:a16="http://schemas.microsoft.com/office/drawing/2014/main" id="{09894E30-7017-3A85-6A9B-FABE4959C430}"/>
              </a:ext>
            </a:extLst>
          </p:cNvPr>
          <p:cNvSpPr/>
          <p:nvPr/>
        </p:nvSpPr>
        <p:spPr>
          <a:xfrm>
            <a:off x="28803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2" name="Shape 170">
            <a:extLst>
              <a:ext uri="{FF2B5EF4-FFF2-40B4-BE49-F238E27FC236}">
                <a16:creationId xmlns:a16="http://schemas.microsoft.com/office/drawing/2014/main" id="{5FA1E184-8A30-3AB8-F6B5-54E431EE533F}"/>
              </a:ext>
            </a:extLst>
          </p:cNvPr>
          <p:cNvSpPr/>
          <p:nvPr/>
        </p:nvSpPr>
        <p:spPr>
          <a:xfrm>
            <a:off x="32004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8" name="Shape 186">
            <a:extLst>
              <a:ext uri="{FF2B5EF4-FFF2-40B4-BE49-F238E27FC236}">
                <a16:creationId xmlns:a16="http://schemas.microsoft.com/office/drawing/2014/main" id="{03666D08-D7C6-8C1B-7E0C-3030DEC4C6B6}"/>
              </a:ext>
            </a:extLst>
          </p:cNvPr>
          <p:cNvSpPr/>
          <p:nvPr/>
        </p:nvSpPr>
        <p:spPr>
          <a:xfrm>
            <a:off x="32004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9" name="Shape 187">
            <a:extLst>
              <a:ext uri="{FF2B5EF4-FFF2-40B4-BE49-F238E27FC236}">
                <a16:creationId xmlns:a16="http://schemas.microsoft.com/office/drawing/2014/main" id="{47F66635-171F-68C2-D113-FECC293DFDEF}"/>
              </a:ext>
            </a:extLst>
          </p:cNvPr>
          <p:cNvSpPr/>
          <p:nvPr/>
        </p:nvSpPr>
        <p:spPr>
          <a:xfrm>
            <a:off x="35204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5" name="Shape 203">
            <a:extLst>
              <a:ext uri="{FF2B5EF4-FFF2-40B4-BE49-F238E27FC236}">
                <a16:creationId xmlns:a16="http://schemas.microsoft.com/office/drawing/2014/main" id="{560F763A-7D3D-F2A9-CE3A-678D350AAB33}"/>
              </a:ext>
            </a:extLst>
          </p:cNvPr>
          <p:cNvSpPr/>
          <p:nvPr/>
        </p:nvSpPr>
        <p:spPr>
          <a:xfrm>
            <a:off x="35204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6" name="Shape 204">
            <a:extLst>
              <a:ext uri="{FF2B5EF4-FFF2-40B4-BE49-F238E27FC236}">
                <a16:creationId xmlns:a16="http://schemas.microsoft.com/office/drawing/2014/main" id="{27AF2862-EF37-A826-DEF4-A9BAEFF2E2C5}"/>
              </a:ext>
            </a:extLst>
          </p:cNvPr>
          <p:cNvSpPr/>
          <p:nvPr/>
        </p:nvSpPr>
        <p:spPr>
          <a:xfrm>
            <a:off x="38404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2" name="Shape 220">
            <a:extLst>
              <a:ext uri="{FF2B5EF4-FFF2-40B4-BE49-F238E27FC236}">
                <a16:creationId xmlns:a16="http://schemas.microsoft.com/office/drawing/2014/main" id="{7D12E07A-65AA-31DD-A96D-3611915FF20B}"/>
              </a:ext>
            </a:extLst>
          </p:cNvPr>
          <p:cNvSpPr/>
          <p:nvPr/>
        </p:nvSpPr>
        <p:spPr>
          <a:xfrm>
            <a:off x="38404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3" name="Shape 221">
            <a:extLst>
              <a:ext uri="{FF2B5EF4-FFF2-40B4-BE49-F238E27FC236}">
                <a16:creationId xmlns:a16="http://schemas.microsoft.com/office/drawing/2014/main" id="{F4EB0C51-0C4C-D991-AC9C-A36F643C1DE6}"/>
              </a:ext>
            </a:extLst>
          </p:cNvPr>
          <p:cNvSpPr/>
          <p:nvPr/>
        </p:nvSpPr>
        <p:spPr>
          <a:xfrm>
            <a:off x="41605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9" name="Shape 237">
            <a:extLst>
              <a:ext uri="{FF2B5EF4-FFF2-40B4-BE49-F238E27FC236}">
                <a16:creationId xmlns:a16="http://schemas.microsoft.com/office/drawing/2014/main" id="{25F40D7B-BD0B-7B97-0DF1-79229E928D3D}"/>
              </a:ext>
            </a:extLst>
          </p:cNvPr>
          <p:cNvSpPr/>
          <p:nvPr/>
        </p:nvSpPr>
        <p:spPr>
          <a:xfrm>
            <a:off x="41605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0" name="Shape 238">
            <a:extLst>
              <a:ext uri="{FF2B5EF4-FFF2-40B4-BE49-F238E27FC236}">
                <a16:creationId xmlns:a16="http://schemas.microsoft.com/office/drawing/2014/main" id="{A107B4C9-3403-BC99-C94B-CAB58181879A}"/>
              </a:ext>
            </a:extLst>
          </p:cNvPr>
          <p:cNvSpPr/>
          <p:nvPr/>
        </p:nvSpPr>
        <p:spPr>
          <a:xfrm>
            <a:off x="44805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6" name="Shape 254">
            <a:extLst>
              <a:ext uri="{FF2B5EF4-FFF2-40B4-BE49-F238E27FC236}">
                <a16:creationId xmlns:a16="http://schemas.microsoft.com/office/drawing/2014/main" id="{48E57B78-70D6-233D-4BC8-D160CA79CC82}"/>
              </a:ext>
            </a:extLst>
          </p:cNvPr>
          <p:cNvSpPr/>
          <p:nvPr/>
        </p:nvSpPr>
        <p:spPr>
          <a:xfrm>
            <a:off x="44805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7" name="Shape 255">
            <a:extLst>
              <a:ext uri="{FF2B5EF4-FFF2-40B4-BE49-F238E27FC236}">
                <a16:creationId xmlns:a16="http://schemas.microsoft.com/office/drawing/2014/main" id="{229D7FD6-BD23-88B0-DF90-7F4BCB0ABC97}"/>
              </a:ext>
            </a:extLst>
          </p:cNvPr>
          <p:cNvSpPr/>
          <p:nvPr/>
        </p:nvSpPr>
        <p:spPr>
          <a:xfrm>
            <a:off x="48006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3" name="Shape 271">
            <a:extLst>
              <a:ext uri="{FF2B5EF4-FFF2-40B4-BE49-F238E27FC236}">
                <a16:creationId xmlns:a16="http://schemas.microsoft.com/office/drawing/2014/main" id="{B991D563-EA32-67B6-00AF-EABD4EFE3380}"/>
              </a:ext>
            </a:extLst>
          </p:cNvPr>
          <p:cNvSpPr/>
          <p:nvPr/>
        </p:nvSpPr>
        <p:spPr>
          <a:xfrm>
            <a:off x="48006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4" name="Shape 272">
            <a:extLst>
              <a:ext uri="{FF2B5EF4-FFF2-40B4-BE49-F238E27FC236}">
                <a16:creationId xmlns:a16="http://schemas.microsoft.com/office/drawing/2014/main" id="{96D67256-D54D-029E-38E5-EEEC086BFB4A}"/>
              </a:ext>
            </a:extLst>
          </p:cNvPr>
          <p:cNvSpPr/>
          <p:nvPr/>
        </p:nvSpPr>
        <p:spPr>
          <a:xfrm>
            <a:off x="51206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0" name="Shape 288">
            <a:extLst>
              <a:ext uri="{FF2B5EF4-FFF2-40B4-BE49-F238E27FC236}">
                <a16:creationId xmlns:a16="http://schemas.microsoft.com/office/drawing/2014/main" id="{198A2019-879A-64B0-0B93-B337D7C9EC71}"/>
              </a:ext>
            </a:extLst>
          </p:cNvPr>
          <p:cNvSpPr/>
          <p:nvPr/>
        </p:nvSpPr>
        <p:spPr>
          <a:xfrm>
            <a:off x="51206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1" name="Shape 289">
            <a:extLst>
              <a:ext uri="{FF2B5EF4-FFF2-40B4-BE49-F238E27FC236}">
                <a16:creationId xmlns:a16="http://schemas.microsoft.com/office/drawing/2014/main" id="{6898AAC1-E634-48AB-09AB-E94D493CC9EF}"/>
              </a:ext>
            </a:extLst>
          </p:cNvPr>
          <p:cNvSpPr/>
          <p:nvPr/>
        </p:nvSpPr>
        <p:spPr>
          <a:xfrm>
            <a:off x="54406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7" name="Shape 305">
            <a:extLst>
              <a:ext uri="{FF2B5EF4-FFF2-40B4-BE49-F238E27FC236}">
                <a16:creationId xmlns:a16="http://schemas.microsoft.com/office/drawing/2014/main" id="{EF259F8C-1175-C868-A3E2-285E1F1AB342}"/>
              </a:ext>
            </a:extLst>
          </p:cNvPr>
          <p:cNvSpPr/>
          <p:nvPr/>
        </p:nvSpPr>
        <p:spPr>
          <a:xfrm>
            <a:off x="54406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8" name="Shape 306">
            <a:extLst>
              <a:ext uri="{FF2B5EF4-FFF2-40B4-BE49-F238E27FC236}">
                <a16:creationId xmlns:a16="http://schemas.microsoft.com/office/drawing/2014/main" id="{75BF3B16-F6B7-3864-059E-6D6269CF6E85}"/>
              </a:ext>
            </a:extLst>
          </p:cNvPr>
          <p:cNvSpPr/>
          <p:nvPr/>
        </p:nvSpPr>
        <p:spPr>
          <a:xfrm>
            <a:off x="57607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4" name="Shape 322">
            <a:extLst>
              <a:ext uri="{FF2B5EF4-FFF2-40B4-BE49-F238E27FC236}">
                <a16:creationId xmlns:a16="http://schemas.microsoft.com/office/drawing/2014/main" id="{7B203F45-A16B-CFE2-A86D-02DC18A00D8C}"/>
              </a:ext>
            </a:extLst>
          </p:cNvPr>
          <p:cNvSpPr/>
          <p:nvPr/>
        </p:nvSpPr>
        <p:spPr>
          <a:xfrm>
            <a:off x="57607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5" name="Shape 323">
            <a:extLst>
              <a:ext uri="{FF2B5EF4-FFF2-40B4-BE49-F238E27FC236}">
                <a16:creationId xmlns:a16="http://schemas.microsoft.com/office/drawing/2014/main" id="{91B8E6DB-6CF6-E8A6-185B-045BE3871403}"/>
              </a:ext>
            </a:extLst>
          </p:cNvPr>
          <p:cNvSpPr/>
          <p:nvPr/>
        </p:nvSpPr>
        <p:spPr>
          <a:xfrm>
            <a:off x="60807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1" name="Shape 339">
            <a:extLst>
              <a:ext uri="{FF2B5EF4-FFF2-40B4-BE49-F238E27FC236}">
                <a16:creationId xmlns:a16="http://schemas.microsoft.com/office/drawing/2014/main" id="{10A684C2-E9DA-5675-DFF2-DEB338F7E91F}"/>
              </a:ext>
            </a:extLst>
          </p:cNvPr>
          <p:cNvSpPr/>
          <p:nvPr/>
        </p:nvSpPr>
        <p:spPr>
          <a:xfrm>
            <a:off x="60807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2" name="Shape 340">
            <a:extLst>
              <a:ext uri="{FF2B5EF4-FFF2-40B4-BE49-F238E27FC236}">
                <a16:creationId xmlns:a16="http://schemas.microsoft.com/office/drawing/2014/main" id="{31F279FA-C665-C085-2037-95C6A7A374E5}"/>
              </a:ext>
            </a:extLst>
          </p:cNvPr>
          <p:cNvSpPr/>
          <p:nvPr/>
        </p:nvSpPr>
        <p:spPr>
          <a:xfrm>
            <a:off x="64008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8" name="Shape 356">
            <a:extLst>
              <a:ext uri="{FF2B5EF4-FFF2-40B4-BE49-F238E27FC236}">
                <a16:creationId xmlns:a16="http://schemas.microsoft.com/office/drawing/2014/main" id="{FE7251DE-BA86-17FE-B4C5-3B3A5DF28082}"/>
              </a:ext>
            </a:extLst>
          </p:cNvPr>
          <p:cNvSpPr/>
          <p:nvPr/>
        </p:nvSpPr>
        <p:spPr>
          <a:xfrm>
            <a:off x="64008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9" name="Shape 357">
            <a:extLst>
              <a:ext uri="{FF2B5EF4-FFF2-40B4-BE49-F238E27FC236}">
                <a16:creationId xmlns:a16="http://schemas.microsoft.com/office/drawing/2014/main" id="{C1B7420E-E312-22A8-1282-F687DA1F9B7D}"/>
              </a:ext>
            </a:extLst>
          </p:cNvPr>
          <p:cNvSpPr/>
          <p:nvPr/>
        </p:nvSpPr>
        <p:spPr>
          <a:xfrm>
            <a:off x="67208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5" name="Shape 373">
            <a:extLst>
              <a:ext uri="{FF2B5EF4-FFF2-40B4-BE49-F238E27FC236}">
                <a16:creationId xmlns:a16="http://schemas.microsoft.com/office/drawing/2014/main" id="{719647DB-A107-93E9-CA2B-10CBF6CFD791}"/>
              </a:ext>
            </a:extLst>
          </p:cNvPr>
          <p:cNvSpPr/>
          <p:nvPr/>
        </p:nvSpPr>
        <p:spPr>
          <a:xfrm>
            <a:off x="67208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6" name="Shape 374">
            <a:extLst>
              <a:ext uri="{FF2B5EF4-FFF2-40B4-BE49-F238E27FC236}">
                <a16:creationId xmlns:a16="http://schemas.microsoft.com/office/drawing/2014/main" id="{C2D5FA38-97CC-0DBE-77F7-D530D39180DF}"/>
              </a:ext>
            </a:extLst>
          </p:cNvPr>
          <p:cNvSpPr/>
          <p:nvPr/>
        </p:nvSpPr>
        <p:spPr>
          <a:xfrm>
            <a:off x="70408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2" name="Shape 390">
            <a:extLst>
              <a:ext uri="{FF2B5EF4-FFF2-40B4-BE49-F238E27FC236}">
                <a16:creationId xmlns:a16="http://schemas.microsoft.com/office/drawing/2014/main" id="{14032D08-81EA-94AB-200F-EDB410C5DE7F}"/>
              </a:ext>
            </a:extLst>
          </p:cNvPr>
          <p:cNvSpPr/>
          <p:nvPr/>
        </p:nvSpPr>
        <p:spPr>
          <a:xfrm>
            <a:off x="70408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3" name="Shape 391">
            <a:extLst>
              <a:ext uri="{FF2B5EF4-FFF2-40B4-BE49-F238E27FC236}">
                <a16:creationId xmlns:a16="http://schemas.microsoft.com/office/drawing/2014/main" id="{E8B400F1-A966-12BF-1694-5B889607D809}"/>
              </a:ext>
            </a:extLst>
          </p:cNvPr>
          <p:cNvSpPr/>
          <p:nvPr/>
        </p:nvSpPr>
        <p:spPr>
          <a:xfrm>
            <a:off x="73609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9" name="Shape 407">
            <a:extLst>
              <a:ext uri="{FF2B5EF4-FFF2-40B4-BE49-F238E27FC236}">
                <a16:creationId xmlns:a16="http://schemas.microsoft.com/office/drawing/2014/main" id="{92C4676C-8A6E-FCCC-9DE4-7FD116CDD74B}"/>
              </a:ext>
            </a:extLst>
          </p:cNvPr>
          <p:cNvSpPr/>
          <p:nvPr/>
        </p:nvSpPr>
        <p:spPr>
          <a:xfrm>
            <a:off x="73609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0" name="Shape 408">
            <a:extLst>
              <a:ext uri="{FF2B5EF4-FFF2-40B4-BE49-F238E27FC236}">
                <a16:creationId xmlns:a16="http://schemas.microsoft.com/office/drawing/2014/main" id="{36A177EC-99FE-91A7-0477-208A753CF551}"/>
              </a:ext>
            </a:extLst>
          </p:cNvPr>
          <p:cNvSpPr/>
          <p:nvPr/>
        </p:nvSpPr>
        <p:spPr>
          <a:xfrm>
            <a:off x="76809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6" name="Shape 424">
            <a:extLst>
              <a:ext uri="{FF2B5EF4-FFF2-40B4-BE49-F238E27FC236}">
                <a16:creationId xmlns:a16="http://schemas.microsoft.com/office/drawing/2014/main" id="{FE688011-F5FA-6963-CEBE-C5B0D51A24D9}"/>
              </a:ext>
            </a:extLst>
          </p:cNvPr>
          <p:cNvSpPr/>
          <p:nvPr/>
        </p:nvSpPr>
        <p:spPr>
          <a:xfrm>
            <a:off x="76809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7" name="Shape 425">
            <a:extLst>
              <a:ext uri="{FF2B5EF4-FFF2-40B4-BE49-F238E27FC236}">
                <a16:creationId xmlns:a16="http://schemas.microsoft.com/office/drawing/2014/main" id="{C28F0386-55B0-224A-441C-18687803B98C}"/>
              </a:ext>
            </a:extLst>
          </p:cNvPr>
          <p:cNvSpPr/>
          <p:nvPr/>
        </p:nvSpPr>
        <p:spPr>
          <a:xfrm>
            <a:off x="80010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3" name="Shape 441">
            <a:extLst>
              <a:ext uri="{FF2B5EF4-FFF2-40B4-BE49-F238E27FC236}">
                <a16:creationId xmlns:a16="http://schemas.microsoft.com/office/drawing/2014/main" id="{FE6F6E81-E9D9-217D-040A-E90638D3C971}"/>
              </a:ext>
            </a:extLst>
          </p:cNvPr>
          <p:cNvSpPr/>
          <p:nvPr/>
        </p:nvSpPr>
        <p:spPr>
          <a:xfrm>
            <a:off x="80010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4" name="Shape 442">
            <a:extLst>
              <a:ext uri="{FF2B5EF4-FFF2-40B4-BE49-F238E27FC236}">
                <a16:creationId xmlns:a16="http://schemas.microsoft.com/office/drawing/2014/main" id="{01AEF9CD-670E-A57A-3863-2D5F4DB850A8}"/>
              </a:ext>
            </a:extLst>
          </p:cNvPr>
          <p:cNvSpPr/>
          <p:nvPr/>
        </p:nvSpPr>
        <p:spPr>
          <a:xfrm>
            <a:off x="83210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0" name="Shape 458">
            <a:extLst>
              <a:ext uri="{FF2B5EF4-FFF2-40B4-BE49-F238E27FC236}">
                <a16:creationId xmlns:a16="http://schemas.microsoft.com/office/drawing/2014/main" id="{62FB4820-8C07-B719-B94D-44E55B71B958}"/>
              </a:ext>
            </a:extLst>
          </p:cNvPr>
          <p:cNvSpPr/>
          <p:nvPr/>
        </p:nvSpPr>
        <p:spPr>
          <a:xfrm>
            <a:off x="83210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1" name="Shape 459">
            <a:extLst>
              <a:ext uri="{FF2B5EF4-FFF2-40B4-BE49-F238E27FC236}">
                <a16:creationId xmlns:a16="http://schemas.microsoft.com/office/drawing/2014/main" id="{C87958ED-A0D3-1D10-8BEC-AF985DDC4F06}"/>
              </a:ext>
            </a:extLst>
          </p:cNvPr>
          <p:cNvSpPr/>
          <p:nvPr/>
        </p:nvSpPr>
        <p:spPr>
          <a:xfrm>
            <a:off x="86410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7" name="Shape 475">
            <a:extLst>
              <a:ext uri="{FF2B5EF4-FFF2-40B4-BE49-F238E27FC236}">
                <a16:creationId xmlns:a16="http://schemas.microsoft.com/office/drawing/2014/main" id="{7011F303-2E7C-F6D4-BC58-038F8691AF83}"/>
              </a:ext>
            </a:extLst>
          </p:cNvPr>
          <p:cNvSpPr/>
          <p:nvPr/>
        </p:nvSpPr>
        <p:spPr>
          <a:xfrm>
            <a:off x="86410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8" name="Shape 476">
            <a:extLst>
              <a:ext uri="{FF2B5EF4-FFF2-40B4-BE49-F238E27FC236}">
                <a16:creationId xmlns:a16="http://schemas.microsoft.com/office/drawing/2014/main" id="{F450E7C3-C483-A756-7794-A9592F819B32}"/>
              </a:ext>
            </a:extLst>
          </p:cNvPr>
          <p:cNvSpPr/>
          <p:nvPr/>
        </p:nvSpPr>
        <p:spPr>
          <a:xfrm>
            <a:off x="89611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4" name="Shape 492">
            <a:extLst>
              <a:ext uri="{FF2B5EF4-FFF2-40B4-BE49-F238E27FC236}">
                <a16:creationId xmlns:a16="http://schemas.microsoft.com/office/drawing/2014/main" id="{E9D2031A-FA29-D8DA-BF40-737489B66A0C}"/>
              </a:ext>
            </a:extLst>
          </p:cNvPr>
          <p:cNvSpPr/>
          <p:nvPr/>
        </p:nvSpPr>
        <p:spPr>
          <a:xfrm>
            <a:off x="89611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5" name="Shape 493">
            <a:extLst>
              <a:ext uri="{FF2B5EF4-FFF2-40B4-BE49-F238E27FC236}">
                <a16:creationId xmlns:a16="http://schemas.microsoft.com/office/drawing/2014/main" id="{ED727D52-449E-A9D1-94DA-674EE07D5CF7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08" name="Picture 507">
            <a:extLst>
              <a:ext uri="{FF2B5EF4-FFF2-40B4-BE49-F238E27FC236}">
                <a16:creationId xmlns:a16="http://schemas.microsoft.com/office/drawing/2014/main" id="{85AD4E67-1D41-B1AA-D799-39B59C06E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595" y="162548"/>
            <a:ext cx="4277385" cy="4926088"/>
          </a:xfrm>
          <a:prstGeom prst="rect">
            <a:avLst/>
          </a:prstGeom>
        </p:spPr>
      </p:pic>
      <p:pic>
        <p:nvPicPr>
          <p:cNvPr id="524" name="Picture 523">
            <a:extLst>
              <a:ext uri="{FF2B5EF4-FFF2-40B4-BE49-F238E27FC236}">
                <a16:creationId xmlns:a16="http://schemas.microsoft.com/office/drawing/2014/main" id="{D7109499-331C-35B2-BB2D-E8E418654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331" y="157426"/>
            <a:ext cx="3292832" cy="485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489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00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200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200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200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200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200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200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200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3200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00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3200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200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3200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3200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200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6400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6400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6400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6400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6400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6400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6400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6400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6400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6400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6400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6400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6400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6400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6400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6400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6400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9601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9601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9601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9601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9601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Shape 56"/>
          <p:cNvSpPr/>
          <p:nvPr/>
        </p:nvSpPr>
        <p:spPr>
          <a:xfrm>
            <a:off x="9601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Shape 57"/>
          <p:cNvSpPr/>
          <p:nvPr/>
        </p:nvSpPr>
        <p:spPr>
          <a:xfrm>
            <a:off x="9601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9601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Shape 59"/>
          <p:cNvSpPr/>
          <p:nvPr/>
        </p:nvSpPr>
        <p:spPr>
          <a:xfrm>
            <a:off x="9601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Shape 60"/>
          <p:cNvSpPr/>
          <p:nvPr/>
        </p:nvSpPr>
        <p:spPr>
          <a:xfrm>
            <a:off x="9601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Shape 61"/>
          <p:cNvSpPr/>
          <p:nvPr/>
        </p:nvSpPr>
        <p:spPr>
          <a:xfrm>
            <a:off x="9601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Shape 62"/>
          <p:cNvSpPr/>
          <p:nvPr/>
        </p:nvSpPr>
        <p:spPr>
          <a:xfrm>
            <a:off x="9601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Shape 63"/>
          <p:cNvSpPr/>
          <p:nvPr/>
        </p:nvSpPr>
        <p:spPr>
          <a:xfrm>
            <a:off x="9601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Shape 64"/>
          <p:cNvSpPr/>
          <p:nvPr/>
        </p:nvSpPr>
        <p:spPr>
          <a:xfrm>
            <a:off x="9601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7" name="Shape 65"/>
          <p:cNvSpPr/>
          <p:nvPr/>
        </p:nvSpPr>
        <p:spPr>
          <a:xfrm>
            <a:off x="9601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8" name="Shape 66"/>
          <p:cNvSpPr/>
          <p:nvPr/>
        </p:nvSpPr>
        <p:spPr>
          <a:xfrm>
            <a:off x="9601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9" name="Shape 67"/>
          <p:cNvSpPr/>
          <p:nvPr/>
        </p:nvSpPr>
        <p:spPr>
          <a:xfrm>
            <a:off x="9601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Shape 68"/>
          <p:cNvSpPr/>
          <p:nvPr/>
        </p:nvSpPr>
        <p:spPr>
          <a:xfrm>
            <a:off x="12801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1" name="Shape 69"/>
          <p:cNvSpPr/>
          <p:nvPr/>
        </p:nvSpPr>
        <p:spPr>
          <a:xfrm>
            <a:off x="12801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2" name="Shape 70"/>
          <p:cNvSpPr/>
          <p:nvPr/>
        </p:nvSpPr>
        <p:spPr>
          <a:xfrm>
            <a:off x="12801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Shape 71"/>
          <p:cNvSpPr/>
          <p:nvPr/>
        </p:nvSpPr>
        <p:spPr>
          <a:xfrm>
            <a:off x="12801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4" name="Shape 72"/>
          <p:cNvSpPr/>
          <p:nvPr/>
        </p:nvSpPr>
        <p:spPr>
          <a:xfrm>
            <a:off x="12801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Shape 73"/>
          <p:cNvSpPr/>
          <p:nvPr/>
        </p:nvSpPr>
        <p:spPr>
          <a:xfrm>
            <a:off x="12801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6" name="Shape 74"/>
          <p:cNvSpPr/>
          <p:nvPr/>
        </p:nvSpPr>
        <p:spPr>
          <a:xfrm>
            <a:off x="12801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7" name="Shape 75"/>
          <p:cNvSpPr/>
          <p:nvPr/>
        </p:nvSpPr>
        <p:spPr>
          <a:xfrm>
            <a:off x="12801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8" name="Shape 76"/>
          <p:cNvSpPr/>
          <p:nvPr/>
        </p:nvSpPr>
        <p:spPr>
          <a:xfrm>
            <a:off x="12801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9" name="Shape 77"/>
          <p:cNvSpPr/>
          <p:nvPr/>
        </p:nvSpPr>
        <p:spPr>
          <a:xfrm>
            <a:off x="12801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0" name="Shape 78"/>
          <p:cNvSpPr/>
          <p:nvPr/>
        </p:nvSpPr>
        <p:spPr>
          <a:xfrm>
            <a:off x="12801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1" name="Shape 79"/>
          <p:cNvSpPr/>
          <p:nvPr/>
        </p:nvSpPr>
        <p:spPr>
          <a:xfrm>
            <a:off x="12801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2" name="Shape 80"/>
          <p:cNvSpPr/>
          <p:nvPr/>
        </p:nvSpPr>
        <p:spPr>
          <a:xfrm>
            <a:off x="12801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3" name="Shape 81"/>
          <p:cNvSpPr/>
          <p:nvPr/>
        </p:nvSpPr>
        <p:spPr>
          <a:xfrm>
            <a:off x="12801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4" name="Shape 82"/>
          <p:cNvSpPr/>
          <p:nvPr/>
        </p:nvSpPr>
        <p:spPr>
          <a:xfrm>
            <a:off x="12801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5" name="Shape 83"/>
          <p:cNvSpPr/>
          <p:nvPr/>
        </p:nvSpPr>
        <p:spPr>
          <a:xfrm>
            <a:off x="12801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6" name="Shape 84"/>
          <p:cNvSpPr/>
          <p:nvPr/>
        </p:nvSpPr>
        <p:spPr>
          <a:xfrm>
            <a:off x="12801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7" name="Shape 85"/>
          <p:cNvSpPr/>
          <p:nvPr/>
        </p:nvSpPr>
        <p:spPr>
          <a:xfrm>
            <a:off x="16002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8" name="Shape 86"/>
          <p:cNvSpPr/>
          <p:nvPr/>
        </p:nvSpPr>
        <p:spPr>
          <a:xfrm>
            <a:off x="16002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9" name="Shape 87"/>
          <p:cNvSpPr/>
          <p:nvPr/>
        </p:nvSpPr>
        <p:spPr>
          <a:xfrm>
            <a:off x="16002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0" name="Shape 88"/>
          <p:cNvSpPr/>
          <p:nvPr/>
        </p:nvSpPr>
        <p:spPr>
          <a:xfrm>
            <a:off x="16002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1" name="Shape 89"/>
          <p:cNvSpPr/>
          <p:nvPr/>
        </p:nvSpPr>
        <p:spPr>
          <a:xfrm>
            <a:off x="16002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2" name="Shape 90"/>
          <p:cNvSpPr/>
          <p:nvPr/>
        </p:nvSpPr>
        <p:spPr>
          <a:xfrm>
            <a:off x="16002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3" name="Shape 91"/>
          <p:cNvSpPr/>
          <p:nvPr/>
        </p:nvSpPr>
        <p:spPr>
          <a:xfrm>
            <a:off x="16002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4" name="Shape 92"/>
          <p:cNvSpPr/>
          <p:nvPr/>
        </p:nvSpPr>
        <p:spPr>
          <a:xfrm>
            <a:off x="16002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5" name="Shape 93"/>
          <p:cNvSpPr/>
          <p:nvPr/>
        </p:nvSpPr>
        <p:spPr>
          <a:xfrm>
            <a:off x="16002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6" name="Shape 94"/>
          <p:cNvSpPr/>
          <p:nvPr/>
        </p:nvSpPr>
        <p:spPr>
          <a:xfrm>
            <a:off x="16002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7" name="Shape 95"/>
          <p:cNvSpPr/>
          <p:nvPr/>
        </p:nvSpPr>
        <p:spPr>
          <a:xfrm>
            <a:off x="16002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8" name="Shape 96"/>
          <p:cNvSpPr/>
          <p:nvPr/>
        </p:nvSpPr>
        <p:spPr>
          <a:xfrm>
            <a:off x="16002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9" name="Shape 97"/>
          <p:cNvSpPr/>
          <p:nvPr/>
        </p:nvSpPr>
        <p:spPr>
          <a:xfrm>
            <a:off x="16002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0" name="Shape 98"/>
          <p:cNvSpPr/>
          <p:nvPr/>
        </p:nvSpPr>
        <p:spPr>
          <a:xfrm>
            <a:off x="16002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1" name="Shape 99"/>
          <p:cNvSpPr/>
          <p:nvPr/>
        </p:nvSpPr>
        <p:spPr>
          <a:xfrm>
            <a:off x="16002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2" name="Shape 100"/>
          <p:cNvSpPr/>
          <p:nvPr/>
        </p:nvSpPr>
        <p:spPr>
          <a:xfrm>
            <a:off x="16002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3" name="Shape 101"/>
          <p:cNvSpPr/>
          <p:nvPr/>
        </p:nvSpPr>
        <p:spPr>
          <a:xfrm>
            <a:off x="16002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4" name="Shape 102"/>
          <p:cNvSpPr/>
          <p:nvPr/>
        </p:nvSpPr>
        <p:spPr>
          <a:xfrm>
            <a:off x="19202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5" name="Shape 103"/>
          <p:cNvSpPr/>
          <p:nvPr/>
        </p:nvSpPr>
        <p:spPr>
          <a:xfrm>
            <a:off x="19202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6" name="Shape 104"/>
          <p:cNvSpPr/>
          <p:nvPr/>
        </p:nvSpPr>
        <p:spPr>
          <a:xfrm>
            <a:off x="19202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7" name="Shape 105"/>
          <p:cNvSpPr/>
          <p:nvPr/>
        </p:nvSpPr>
        <p:spPr>
          <a:xfrm>
            <a:off x="19202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8" name="Shape 106"/>
          <p:cNvSpPr/>
          <p:nvPr/>
        </p:nvSpPr>
        <p:spPr>
          <a:xfrm>
            <a:off x="19202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9" name="Shape 107"/>
          <p:cNvSpPr/>
          <p:nvPr/>
        </p:nvSpPr>
        <p:spPr>
          <a:xfrm>
            <a:off x="19202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0" name="Shape 108"/>
          <p:cNvSpPr/>
          <p:nvPr/>
        </p:nvSpPr>
        <p:spPr>
          <a:xfrm>
            <a:off x="19202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1" name="Shape 109"/>
          <p:cNvSpPr/>
          <p:nvPr/>
        </p:nvSpPr>
        <p:spPr>
          <a:xfrm>
            <a:off x="19202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2" name="Shape 110"/>
          <p:cNvSpPr/>
          <p:nvPr/>
        </p:nvSpPr>
        <p:spPr>
          <a:xfrm>
            <a:off x="19202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3" name="Shape 111"/>
          <p:cNvSpPr/>
          <p:nvPr/>
        </p:nvSpPr>
        <p:spPr>
          <a:xfrm>
            <a:off x="19202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4" name="Shape 112"/>
          <p:cNvSpPr/>
          <p:nvPr/>
        </p:nvSpPr>
        <p:spPr>
          <a:xfrm>
            <a:off x="19202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5" name="Shape 113"/>
          <p:cNvSpPr/>
          <p:nvPr/>
        </p:nvSpPr>
        <p:spPr>
          <a:xfrm>
            <a:off x="19202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6" name="Shape 114"/>
          <p:cNvSpPr/>
          <p:nvPr/>
        </p:nvSpPr>
        <p:spPr>
          <a:xfrm>
            <a:off x="19202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7" name="Shape 115"/>
          <p:cNvSpPr/>
          <p:nvPr/>
        </p:nvSpPr>
        <p:spPr>
          <a:xfrm>
            <a:off x="19202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8" name="Shape 116"/>
          <p:cNvSpPr/>
          <p:nvPr/>
        </p:nvSpPr>
        <p:spPr>
          <a:xfrm>
            <a:off x="19202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9" name="Shape 117"/>
          <p:cNvSpPr/>
          <p:nvPr/>
        </p:nvSpPr>
        <p:spPr>
          <a:xfrm>
            <a:off x="19202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0" name="Shape 118"/>
          <p:cNvSpPr/>
          <p:nvPr/>
        </p:nvSpPr>
        <p:spPr>
          <a:xfrm>
            <a:off x="19202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1" name="Shape 119"/>
          <p:cNvSpPr/>
          <p:nvPr/>
        </p:nvSpPr>
        <p:spPr>
          <a:xfrm>
            <a:off x="22402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2" name="Shape 120"/>
          <p:cNvSpPr/>
          <p:nvPr/>
        </p:nvSpPr>
        <p:spPr>
          <a:xfrm>
            <a:off x="22402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3" name="Shape 121"/>
          <p:cNvSpPr/>
          <p:nvPr/>
        </p:nvSpPr>
        <p:spPr>
          <a:xfrm>
            <a:off x="22402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4" name="Shape 122"/>
          <p:cNvSpPr/>
          <p:nvPr/>
        </p:nvSpPr>
        <p:spPr>
          <a:xfrm>
            <a:off x="22402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5" name="Shape 123"/>
          <p:cNvSpPr/>
          <p:nvPr/>
        </p:nvSpPr>
        <p:spPr>
          <a:xfrm>
            <a:off x="22402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6" name="Shape 124"/>
          <p:cNvSpPr/>
          <p:nvPr/>
        </p:nvSpPr>
        <p:spPr>
          <a:xfrm>
            <a:off x="22402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7" name="Shape 125"/>
          <p:cNvSpPr/>
          <p:nvPr/>
        </p:nvSpPr>
        <p:spPr>
          <a:xfrm>
            <a:off x="22402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8" name="Shape 126"/>
          <p:cNvSpPr/>
          <p:nvPr/>
        </p:nvSpPr>
        <p:spPr>
          <a:xfrm>
            <a:off x="22402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9" name="Shape 127"/>
          <p:cNvSpPr/>
          <p:nvPr/>
        </p:nvSpPr>
        <p:spPr>
          <a:xfrm>
            <a:off x="22402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0" name="Shape 128"/>
          <p:cNvSpPr/>
          <p:nvPr/>
        </p:nvSpPr>
        <p:spPr>
          <a:xfrm>
            <a:off x="22402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1" name="Shape 129"/>
          <p:cNvSpPr/>
          <p:nvPr/>
        </p:nvSpPr>
        <p:spPr>
          <a:xfrm>
            <a:off x="22402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2" name="Shape 130"/>
          <p:cNvSpPr/>
          <p:nvPr/>
        </p:nvSpPr>
        <p:spPr>
          <a:xfrm>
            <a:off x="22402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3" name="Shape 131"/>
          <p:cNvSpPr/>
          <p:nvPr/>
        </p:nvSpPr>
        <p:spPr>
          <a:xfrm>
            <a:off x="22402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4" name="Shape 132"/>
          <p:cNvSpPr/>
          <p:nvPr/>
        </p:nvSpPr>
        <p:spPr>
          <a:xfrm>
            <a:off x="22402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5" name="Shape 133"/>
          <p:cNvSpPr/>
          <p:nvPr/>
        </p:nvSpPr>
        <p:spPr>
          <a:xfrm>
            <a:off x="22402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6" name="Shape 134"/>
          <p:cNvSpPr/>
          <p:nvPr/>
        </p:nvSpPr>
        <p:spPr>
          <a:xfrm>
            <a:off x="22402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7" name="Shape 135"/>
          <p:cNvSpPr/>
          <p:nvPr/>
        </p:nvSpPr>
        <p:spPr>
          <a:xfrm>
            <a:off x="22402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8" name="Shape 136"/>
          <p:cNvSpPr/>
          <p:nvPr/>
        </p:nvSpPr>
        <p:spPr>
          <a:xfrm>
            <a:off x="25603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9" name="Shape 137"/>
          <p:cNvSpPr/>
          <p:nvPr/>
        </p:nvSpPr>
        <p:spPr>
          <a:xfrm>
            <a:off x="25603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0" name="Shape 138"/>
          <p:cNvSpPr/>
          <p:nvPr/>
        </p:nvSpPr>
        <p:spPr>
          <a:xfrm>
            <a:off x="25603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1" name="Shape 139"/>
          <p:cNvSpPr/>
          <p:nvPr/>
        </p:nvSpPr>
        <p:spPr>
          <a:xfrm>
            <a:off x="25603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2" name="Shape 140"/>
          <p:cNvSpPr/>
          <p:nvPr/>
        </p:nvSpPr>
        <p:spPr>
          <a:xfrm>
            <a:off x="25603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3" name="Shape 141"/>
          <p:cNvSpPr/>
          <p:nvPr/>
        </p:nvSpPr>
        <p:spPr>
          <a:xfrm>
            <a:off x="25603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4" name="Shape 142"/>
          <p:cNvSpPr/>
          <p:nvPr/>
        </p:nvSpPr>
        <p:spPr>
          <a:xfrm>
            <a:off x="25603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5" name="Shape 143"/>
          <p:cNvSpPr/>
          <p:nvPr/>
        </p:nvSpPr>
        <p:spPr>
          <a:xfrm>
            <a:off x="25603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6" name="Shape 144"/>
          <p:cNvSpPr/>
          <p:nvPr/>
        </p:nvSpPr>
        <p:spPr>
          <a:xfrm>
            <a:off x="25603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7" name="Shape 145"/>
          <p:cNvSpPr/>
          <p:nvPr/>
        </p:nvSpPr>
        <p:spPr>
          <a:xfrm>
            <a:off x="25603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8" name="Shape 146"/>
          <p:cNvSpPr/>
          <p:nvPr/>
        </p:nvSpPr>
        <p:spPr>
          <a:xfrm>
            <a:off x="25603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9" name="Shape 147"/>
          <p:cNvSpPr/>
          <p:nvPr/>
        </p:nvSpPr>
        <p:spPr>
          <a:xfrm>
            <a:off x="25603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0" name="Shape 148"/>
          <p:cNvSpPr/>
          <p:nvPr/>
        </p:nvSpPr>
        <p:spPr>
          <a:xfrm>
            <a:off x="25603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1" name="Shape 149"/>
          <p:cNvSpPr/>
          <p:nvPr/>
        </p:nvSpPr>
        <p:spPr>
          <a:xfrm>
            <a:off x="25603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2" name="Shape 150"/>
          <p:cNvSpPr/>
          <p:nvPr/>
        </p:nvSpPr>
        <p:spPr>
          <a:xfrm>
            <a:off x="25603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3" name="Shape 151"/>
          <p:cNvSpPr/>
          <p:nvPr/>
        </p:nvSpPr>
        <p:spPr>
          <a:xfrm>
            <a:off x="25603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4" name="Shape 152"/>
          <p:cNvSpPr/>
          <p:nvPr/>
        </p:nvSpPr>
        <p:spPr>
          <a:xfrm>
            <a:off x="25603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5" name="Shape 153"/>
          <p:cNvSpPr/>
          <p:nvPr/>
        </p:nvSpPr>
        <p:spPr>
          <a:xfrm>
            <a:off x="28803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6" name="Shape 154"/>
          <p:cNvSpPr/>
          <p:nvPr/>
        </p:nvSpPr>
        <p:spPr>
          <a:xfrm>
            <a:off x="28803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7" name="Shape 155"/>
          <p:cNvSpPr/>
          <p:nvPr/>
        </p:nvSpPr>
        <p:spPr>
          <a:xfrm>
            <a:off x="28803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8" name="Shape 156"/>
          <p:cNvSpPr/>
          <p:nvPr/>
        </p:nvSpPr>
        <p:spPr>
          <a:xfrm>
            <a:off x="28803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9" name="Shape 157"/>
          <p:cNvSpPr/>
          <p:nvPr/>
        </p:nvSpPr>
        <p:spPr>
          <a:xfrm>
            <a:off x="28803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0" name="Shape 158"/>
          <p:cNvSpPr/>
          <p:nvPr/>
        </p:nvSpPr>
        <p:spPr>
          <a:xfrm>
            <a:off x="28803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1" name="Shape 159"/>
          <p:cNvSpPr/>
          <p:nvPr/>
        </p:nvSpPr>
        <p:spPr>
          <a:xfrm>
            <a:off x="28803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2" name="Shape 160"/>
          <p:cNvSpPr/>
          <p:nvPr/>
        </p:nvSpPr>
        <p:spPr>
          <a:xfrm>
            <a:off x="28803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3" name="Shape 161"/>
          <p:cNvSpPr/>
          <p:nvPr/>
        </p:nvSpPr>
        <p:spPr>
          <a:xfrm>
            <a:off x="28803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4" name="Shape 162"/>
          <p:cNvSpPr/>
          <p:nvPr/>
        </p:nvSpPr>
        <p:spPr>
          <a:xfrm>
            <a:off x="28803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5" name="Shape 163"/>
          <p:cNvSpPr/>
          <p:nvPr/>
        </p:nvSpPr>
        <p:spPr>
          <a:xfrm>
            <a:off x="28803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6" name="Shape 164"/>
          <p:cNvSpPr/>
          <p:nvPr/>
        </p:nvSpPr>
        <p:spPr>
          <a:xfrm>
            <a:off x="28803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7" name="Shape 165"/>
          <p:cNvSpPr/>
          <p:nvPr/>
        </p:nvSpPr>
        <p:spPr>
          <a:xfrm>
            <a:off x="28803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8" name="Shape 166"/>
          <p:cNvSpPr/>
          <p:nvPr/>
        </p:nvSpPr>
        <p:spPr>
          <a:xfrm>
            <a:off x="28803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9" name="Shape 167"/>
          <p:cNvSpPr/>
          <p:nvPr/>
        </p:nvSpPr>
        <p:spPr>
          <a:xfrm>
            <a:off x="28803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0" name="Shape 168"/>
          <p:cNvSpPr/>
          <p:nvPr/>
        </p:nvSpPr>
        <p:spPr>
          <a:xfrm>
            <a:off x="28803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1" name="Shape 169"/>
          <p:cNvSpPr/>
          <p:nvPr/>
        </p:nvSpPr>
        <p:spPr>
          <a:xfrm>
            <a:off x="28803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2" name="Shape 170"/>
          <p:cNvSpPr/>
          <p:nvPr/>
        </p:nvSpPr>
        <p:spPr>
          <a:xfrm>
            <a:off x="32004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3" name="Shape 171"/>
          <p:cNvSpPr/>
          <p:nvPr/>
        </p:nvSpPr>
        <p:spPr>
          <a:xfrm>
            <a:off x="32004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4" name="Shape 172"/>
          <p:cNvSpPr/>
          <p:nvPr/>
        </p:nvSpPr>
        <p:spPr>
          <a:xfrm>
            <a:off x="32004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5" name="Shape 173"/>
          <p:cNvSpPr/>
          <p:nvPr/>
        </p:nvSpPr>
        <p:spPr>
          <a:xfrm>
            <a:off x="32004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6" name="Shape 174"/>
          <p:cNvSpPr/>
          <p:nvPr/>
        </p:nvSpPr>
        <p:spPr>
          <a:xfrm>
            <a:off x="32004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7" name="Shape 175"/>
          <p:cNvSpPr/>
          <p:nvPr/>
        </p:nvSpPr>
        <p:spPr>
          <a:xfrm>
            <a:off x="32004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8" name="Shape 176"/>
          <p:cNvSpPr/>
          <p:nvPr/>
        </p:nvSpPr>
        <p:spPr>
          <a:xfrm>
            <a:off x="32004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9" name="Shape 177"/>
          <p:cNvSpPr/>
          <p:nvPr/>
        </p:nvSpPr>
        <p:spPr>
          <a:xfrm>
            <a:off x="32004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0" name="Shape 178"/>
          <p:cNvSpPr/>
          <p:nvPr/>
        </p:nvSpPr>
        <p:spPr>
          <a:xfrm>
            <a:off x="32004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1" name="Shape 179"/>
          <p:cNvSpPr/>
          <p:nvPr/>
        </p:nvSpPr>
        <p:spPr>
          <a:xfrm>
            <a:off x="32004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2" name="Shape 180"/>
          <p:cNvSpPr/>
          <p:nvPr/>
        </p:nvSpPr>
        <p:spPr>
          <a:xfrm>
            <a:off x="32004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3" name="Shape 181"/>
          <p:cNvSpPr/>
          <p:nvPr/>
        </p:nvSpPr>
        <p:spPr>
          <a:xfrm>
            <a:off x="32004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4" name="Shape 182"/>
          <p:cNvSpPr/>
          <p:nvPr/>
        </p:nvSpPr>
        <p:spPr>
          <a:xfrm>
            <a:off x="32004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5" name="Shape 183"/>
          <p:cNvSpPr/>
          <p:nvPr/>
        </p:nvSpPr>
        <p:spPr>
          <a:xfrm>
            <a:off x="32004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6" name="Shape 184"/>
          <p:cNvSpPr/>
          <p:nvPr/>
        </p:nvSpPr>
        <p:spPr>
          <a:xfrm>
            <a:off x="32004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7" name="Shape 185"/>
          <p:cNvSpPr/>
          <p:nvPr/>
        </p:nvSpPr>
        <p:spPr>
          <a:xfrm>
            <a:off x="32004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8" name="Shape 186"/>
          <p:cNvSpPr/>
          <p:nvPr/>
        </p:nvSpPr>
        <p:spPr>
          <a:xfrm>
            <a:off x="32004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9" name="Shape 187"/>
          <p:cNvSpPr/>
          <p:nvPr/>
        </p:nvSpPr>
        <p:spPr>
          <a:xfrm>
            <a:off x="35204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0" name="Shape 188"/>
          <p:cNvSpPr/>
          <p:nvPr/>
        </p:nvSpPr>
        <p:spPr>
          <a:xfrm>
            <a:off x="35204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1" name="Shape 189"/>
          <p:cNvSpPr/>
          <p:nvPr/>
        </p:nvSpPr>
        <p:spPr>
          <a:xfrm>
            <a:off x="35204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2" name="Shape 190"/>
          <p:cNvSpPr/>
          <p:nvPr/>
        </p:nvSpPr>
        <p:spPr>
          <a:xfrm>
            <a:off x="35204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3" name="Shape 191"/>
          <p:cNvSpPr/>
          <p:nvPr/>
        </p:nvSpPr>
        <p:spPr>
          <a:xfrm>
            <a:off x="35204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4" name="Shape 192"/>
          <p:cNvSpPr/>
          <p:nvPr/>
        </p:nvSpPr>
        <p:spPr>
          <a:xfrm>
            <a:off x="35204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5" name="Shape 193"/>
          <p:cNvSpPr/>
          <p:nvPr/>
        </p:nvSpPr>
        <p:spPr>
          <a:xfrm>
            <a:off x="35204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6" name="Shape 194"/>
          <p:cNvSpPr/>
          <p:nvPr/>
        </p:nvSpPr>
        <p:spPr>
          <a:xfrm>
            <a:off x="35204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7" name="Shape 195"/>
          <p:cNvSpPr/>
          <p:nvPr/>
        </p:nvSpPr>
        <p:spPr>
          <a:xfrm>
            <a:off x="35204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8" name="Shape 196"/>
          <p:cNvSpPr/>
          <p:nvPr/>
        </p:nvSpPr>
        <p:spPr>
          <a:xfrm>
            <a:off x="35204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9" name="Shape 197"/>
          <p:cNvSpPr/>
          <p:nvPr/>
        </p:nvSpPr>
        <p:spPr>
          <a:xfrm>
            <a:off x="35204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0" name="Shape 198"/>
          <p:cNvSpPr/>
          <p:nvPr/>
        </p:nvSpPr>
        <p:spPr>
          <a:xfrm>
            <a:off x="35204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1" name="Shape 199"/>
          <p:cNvSpPr/>
          <p:nvPr/>
        </p:nvSpPr>
        <p:spPr>
          <a:xfrm>
            <a:off x="35204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2" name="Shape 200"/>
          <p:cNvSpPr/>
          <p:nvPr/>
        </p:nvSpPr>
        <p:spPr>
          <a:xfrm>
            <a:off x="35204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3" name="Shape 201"/>
          <p:cNvSpPr/>
          <p:nvPr/>
        </p:nvSpPr>
        <p:spPr>
          <a:xfrm>
            <a:off x="35204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4" name="Shape 202"/>
          <p:cNvSpPr/>
          <p:nvPr/>
        </p:nvSpPr>
        <p:spPr>
          <a:xfrm>
            <a:off x="35204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5" name="Shape 203"/>
          <p:cNvSpPr/>
          <p:nvPr/>
        </p:nvSpPr>
        <p:spPr>
          <a:xfrm>
            <a:off x="35204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6" name="Shape 204"/>
          <p:cNvSpPr/>
          <p:nvPr/>
        </p:nvSpPr>
        <p:spPr>
          <a:xfrm>
            <a:off x="38404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7" name="Shape 205"/>
          <p:cNvSpPr/>
          <p:nvPr/>
        </p:nvSpPr>
        <p:spPr>
          <a:xfrm>
            <a:off x="38404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8" name="Shape 206"/>
          <p:cNvSpPr/>
          <p:nvPr/>
        </p:nvSpPr>
        <p:spPr>
          <a:xfrm>
            <a:off x="38404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9" name="Shape 207"/>
          <p:cNvSpPr/>
          <p:nvPr/>
        </p:nvSpPr>
        <p:spPr>
          <a:xfrm>
            <a:off x="38404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0" name="Shape 208"/>
          <p:cNvSpPr/>
          <p:nvPr/>
        </p:nvSpPr>
        <p:spPr>
          <a:xfrm>
            <a:off x="38404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1" name="Shape 209"/>
          <p:cNvSpPr/>
          <p:nvPr/>
        </p:nvSpPr>
        <p:spPr>
          <a:xfrm>
            <a:off x="38404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2" name="Shape 210"/>
          <p:cNvSpPr/>
          <p:nvPr/>
        </p:nvSpPr>
        <p:spPr>
          <a:xfrm>
            <a:off x="38404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3" name="Shape 211"/>
          <p:cNvSpPr/>
          <p:nvPr/>
        </p:nvSpPr>
        <p:spPr>
          <a:xfrm>
            <a:off x="38404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4" name="Shape 212"/>
          <p:cNvSpPr/>
          <p:nvPr/>
        </p:nvSpPr>
        <p:spPr>
          <a:xfrm>
            <a:off x="38404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5" name="Shape 213"/>
          <p:cNvSpPr/>
          <p:nvPr/>
        </p:nvSpPr>
        <p:spPr>
          <a:xfrm>
            <a:off x="38404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6" name="Shape 214"/>
          <p:cNvSpPr/>
          <p:nvPr/>
        </p:nvSpPr>
        <p:spPr>
          <a:xfrm>
            <a:off x="38404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7" name="Shape 215"/>
          <p:cNvSpPr/>
          <p:nvPr/>
        </p:nvSpPr>
        <p:spPr>
          <a:xfrm>
            <a:off x="38404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8" name="Shape 216"/>
          <p:cNvSpPr/>
          <p:nvPr/>
        </p:nvSpPr>
        <p:spPr>
          <a:xfrm>
            <a:off x="38404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9" name="Shape 217"/>
          <p:cNvSpPr/>
          <p:nvPr/>
        </p:nvSpPr>
        <p:spPr>
          <a:xfrm>
            <a:off x="38404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0" name="Shape 218"/>
          <p:cNvSpPr/>
          <p:nvPr/>
        </p:nvSpPr>
        <p:spPr>
          <a:xfrm>
            <a:off x="38404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1" name="Shape 219"/>
          <p:cNvSpPr/>
          <p:nvPr/>
        </p:nvSpPr>
        <p:spPr>
          <a:xfrm>
            <a:off x="38404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2" name="Shape 220"/>
          <p:cNvSpPr/>
          <p:nvPr/>
        </p:nvSpPr>
        <p:spPr>
          <a:xfrm>
            <a:off x="38404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3" name="Shape 221"/>
          <p:cNvSpPr/>
          <p:nvPr/>
        </p:nvSpPr>
        <p:spPr>
          <a:xfrm>
            <a:off x="41605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4" name="Shape 222"/>
          <p:cNvSpPr/>
          <p:nvPr/>
        </p:nvSpPr>
        <p:spPr>
          <a:xfrm>
            <a:off x="41605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5" name="Shape 223"/>
          <p:cNvSpPr/>
          <p:nvPr/>
        </p:nvSpPr>
        <p:spPr>
          <a:xfrm>
            <a:off x="41605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6" name="Shape 224"/>
          <p:cNvSpPr/>
          <p:nvPr/>
        </p:nvSpPr>
        <p:spPr>
          <a:xfrm>
            <a:off x="41605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7" name="Shape 225"/>
          <p:cNvSpPr/>
          <p:nvPr/>
        </p:nvSpPr>
        <p:spPr>
          <a:xfrm>
            <a:off x="41605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8" name="Shape 226"/>
          <p:cNvSpPr/>
          <p:nvPr/>
        </p:nvSpPr>
        <p:spPr>
          <a:xfrm>
            <a:off x="41605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9" name="Shape 227"/>
          <p:cNvSpPr/>
          <p:nvPr/>
        </p:nvSpPr>
        <p:spPr>
          <a:xfrm>
            <a:off x="41605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0" name="Shape 228"/>
          <p:cNvSpPr/>
          <p:nvPr/>
        </p:nvSpPr>
        <p:spPr>
          <a:xfrm>
            <a:off x="41605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1" name="Shape 229"/>
          <p:cNvSpPr/>
          <p:nvPr/>
        </p:nvSpPr>
        <p:spPr>
          <a:xfrm>
            <a:off x="41605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2" name="Shape 230"/>
          <p:cNvSpPr/>
          <p:nvPr/>
        </p:nvSpPr>
        <p:spPr>
          <a:xfrm>
            <a:off x="41605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3" name="Shape 231"/>
          <p:cNvSpPr/>
          <p:nvPr/>
        </p:nvSpPr>
        <p:spPr>
          <a:xfrm>
            <a:off x="41605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4" name="Shape 232"/>
          <p:cNvSpPr/>
          <p:nvPr/>
        </p:nvSpPr>
        <p:spPr>
          <a:xfrm>
            <a:off x="41605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5" name="Shape 233"/>
          <p:cNvSpPr/>
          <p:nvPr/>
        </p:nvSpPr>
        <p:spPr>
          <a:xfrm>
            <a:off x="41605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6" name="Shape 234"/>
          <p:cNvSpPr/>
          <p:nvPr/>
        </p:nvSpPr>
        <p:spPr>
          <a:xfrm>
            <a:off x="41605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7" name="Shape 235"/>
          <p:cNvSpPr/>
          <p:nvPr/>
        </p:nvSpPr>
        <p:spPr>
          <a:xfrm>
            <a:off x="41605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8" name="Shape 236"/>
          <p:cNvSpPr/>
          <p:nvPr/>
        </p:nvSpPr>
        <p:spPr>
          <a:xfrm>
            <a:off x="41605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9" name="Shape 237"/>
          <p:cNvSpPr/>
          <p:nvPr/>
        </p:nvSpPr>
        <p:spPr>
          <a:xfrm>
            <a:off x="41605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0" name="Shape 238"/>
          <p:cNvSpPr/>
          <p:nvPr/>
        </p:nvSpPr>
        <p:spPr>
          <a:xfrm>
            <a:off x="44805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1" name="Shape 239"/>
          <p:cNvSpPr/>
          <p:nvPr/>
        </p:nvSpPr>
        <p:spPr>
          <a:xfrm>
            <a:off x="44805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2" name="Shape 240"/>
          <p:cNvSpPr/>
          <p:nvPr/>
        </p:nvSpPr>
        <p:spPr>
          <a:xfrm>
            <a:off x="44805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3" name="Shape 241"/>
          <p:cNvSpPr/>
          <p:nvPr/>
        </p:nvSpPr>
        <p:spPr>
          <a:xfrm>
            <a:off x="44805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4" name="Shape 242"/>
          <p:cNvSpPr/>
          <p:nvPr/>
        </p:nvSpPr>
        <p:spPr>
          <a:xfrm>
            <a:off x="44805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5" name="Shape 243"/>
          <p:cNvSpPr/>
          <p:nvPr/>
        </p:nvSpPr>
        <p:spPr>
          <a:xfrm>
            <a:off x="44805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6" name="Shape 244"/>
          <p:cNvSpPr/>
          <p:nvPr/>
        </p:nvSpPr>
        <p:spPr>
          <a:xfrm>
            <a:off x="44805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7" name="Shape 245"/>
          <p:cNvSpPr/>
          <p:nvPr/>
        </p:nvSpPr>
        <p:spPr>
          <a:xfrm>
            <a:off x="44805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8" name="Shape 246"/>
          <p:cNvSpPr/>
          <p:nvPr/>
        </p:nvSpPr>
        <p:spPr>
          <a:xfrm>
            <a:off x="44805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9" name="Shape 247"/>
          <p:cNvSpPr/>
          <p:nvPr/>
        </p:nvSpPr>
        <p:spPr>
          <a:xfrm>
            <a:off x="44805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0" name="Shape 248"/>
          <p:cNvSpPr/>
          <p:nvPr/>
        </p:nvSpPr>
        <p:spPr>
          <a:xfrm>
            <a:off x="44805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1" name="Shape 249"/>
          <p:cNvSpPr/>
          <p:nvPr/>
        </p:nvSpPr>
        <p:spPr>
          <a:xfrm>
            <a:off x="44805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2" name="Shape 250"/>
          <p:cNvSpPr/>
          <p:nvPr/>
        </p:nvSpPr>
        <p:spPr>
          <a:xfrm>
            <a:off x="44805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3" name="Shape 251"/>
          <p:cNvSpPr/>
          <p:nvPr/>
        </p:nvSpPr>
        <p:spPr>
          <a:xfrm>
            <a:off x="44805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4" name="Shape 252"/>
          <p:cNvSpPr/>
          <p:nvPr/>
        </p:nvSpPr>
        <p:spPr>
          <a:xfrm>
            <a:off x="44805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5" name="Shape 253"/>
          <p:cNvSpPr/>
          <p:nvPr/>
        </p:nvSpPr>
        <p:spPr>
          <a:xfrm>
            <a:off x="44805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6" name="Shape 254"/>
          <p:cNvSpPr/>
          <p:nvPr/>
        </p:nvSpPr>
        <p:spPr>
          <a:xfrm>
            <a:off x="44805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7" name="Shape 255"/>
          <p:cNvSpPr/>
          <p:nvPr/>
        </p:nvSpPr>
        <p:spPr>
          <a:xfrm>
            <a:off x="48006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8" name="Shape 256"/>
          <p:cNvSpPr/>
          <p:nvPr/>
        </p:nvSpPr>
        <p:spPr>
          <a:xfrm>
            <a:off x="48006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9" name="Shape 257"/>
          <p:cNvSpPr/>
          <p:nvPr/>
        </p:nvSpPr>
        <p:spPr>
          <a:xfrm>
            <a:off x="48006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0" name="Shape 258"/>
          <p:cNvSpPr/>
          <p:nvPr/>
        </p:nvSpPr>
        <p:spPr>
          <a:xfrm>
            <a:off x="48006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1" name="Shape 259"/>
          <p:cNvSpPr/>
          <p:nvPr/>
        </p:nvSpPr>
        <p:spPr>
          <a:xfrm>
            <a:off x="48006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2" name="Shape 260"/>
          <p:cNvSpPr/>
          <p:nvPr/>
        </p:nvSpPr>
        <p:spPr>
          <a:xfrm>
            <a:off x="48006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3" name="Shape 261"/>
          <p:cNvSpPr/>
          <p:nvPr/>
        </p:nvSpPr>
        <p:spPr>
          <a:xfrm>
            <a:off x="48006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4" name="Shape 262"/>
          <p:cNvSpPr/>
          <p:nvPr/>
        </p:nvSpPr>
        <p:spPr>
          <a:xfrm>
            <a:off x="48006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5" name="Shape 263"/>
          <p:cNvSpPr/>
          <p:nvPr/>
        </p:nvSpPr>
        <p:spPr>
          <a:xfrm>
            <a:off x="48006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6" name="Shape 264"/>
          <p:cNvSpPr/>
          <p:nvPr/>
        </p:nvSpPr>
        <p:spPr>
          <a:xfrm>
            <a:off x="48006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7" name="Shape 265"/>
          <p:cNvSpPr/>
          <p:nvPr/>
        </p:nvSpPr>
        <p:spPr>
          <a:xfrm>
            <a:off x="48006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8" name="Shape 266"/>
          <p:cNvSpPr/>
          <p:nvPr/>
        </p:nvSpPr>
        <p:spPr>
          <a:xfrm>
            <a:off x="48006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9" name="Shape 267"/>
          <p:cNvSpPr/>
          <p:nvPr/>
        </p:nvSpPr>
        <p:spPr>
          <a:xfrm>
            <a:off x="48006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0" name="Shape 268"/>
          <p:cNvSpPr/>
          <p:nvPr/>
        </p:nvSpPr>
        <p:spPr>
          <a:xfrm>
            <a:off x="48006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1" name="Shape 269"/>
          <p:cNvSpPr/>
          <p:nvPr/>
        </p:nvSpPr>
        <p:spPr>
          <a:xfrm>
            <a:off x="48006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2" name="Shape 270"/>
          <p:cNvSpPr/>
          <p:nvPr/>
        </p:nvSpPr>
        <p:spPr>
          <a:xfrm>
            <a:off x="48006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3" name="Shape 271"/>
          <p:cNvSpPr/>
          <p:nvPr/>
        </p:nvSpPr>
        <p:spPr>
          <a:xfrm>
            <a:off x="48006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4" name="Shape 272"/>
          <p:cNvSpPr/>
          <p:nvPr/>
        </p:nvSpPr>
        <p:spPr>
          <a:xfrm>
            <a:off x="51206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5" name="Shape 273"/>
          <p:cNvSpPr/>
          <p:nvPr/>
        </p:nvSpPr>
        <p:spPr>
          <a:xfrm>
            <a:off x="51206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6" name="Shape 274"/>
          <p:cNvSpPr/>
          <p:nvPr/>
        </p:nvSpPr>
        <p:spPr>
          <a:xfrm>
            <a:off x="51206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7" name="Shape 275"/>
          <p:cNvSpPr/>
          <p:nvPr/>
        </p:nvSpPr>
        <p:spPr>
          <a:xfrm>
            <a:off x="51206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8" name="Shape 276"/>
          <p:cNvSpPr/>
          <p:nvPr/>
        </p:nvSpPr>
        <p:spPr>
          <a:xfrm>
            <a:off x="51206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9" name="Shape 277"/>
          <p:cNvSpPr/>
          <p:nvPr/>
        </p:nvSpPr>
        <p:spPr>
          <a:xfrm>
            <a:off x="51206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0" name="Shape 278"/>
          <p:cNvSpPr/>
          <p:nvPr/>
        </p:nvSpPr>
        <p:spPr>
          <a:xfrm>
            <a:off x="51206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1" name="Shape 279"/>
          <p:cNvSpPr/>
          <p:nvPr/>
        </p:nvSpPr>
        <p:spPr>
          <a:xfrm>
            <a:off x="51206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2" name="Shape 280"/>
          <p:cNvSpPr/>
          <p:nvPr/>
        </p:nvSpPr>
        <p:spPr>
          <a:xfrm>
            <a:off x="51206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3" name="Shape 281"/>
          <p:cNvSpPr/>
          <p:nvPr/>
        </p:nvSpPr>
        <p:spPr>
          <a:xfrm>
            <a:off x="51206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4" name="Shape 282"/>
          <p:cNvSpPr/>
          <p:nvPr/>
        </p:nvSpPr>
        <p:spPr>
          <a:xfrm>
            <a:off x="51206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5" name="Shape 283"/>
          <p:cNvSpPr/>
          <p:nvPr/>
        </p:nvSpPr>
        <p:spPr>
          <a:xfrm>
            <a:off x="51206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6" name="Shape 284"/>
          <p:cNvSpPr/>
          <p:nvPr/>
        </p:nvSpPr>
        <p:spPr>
          <a:xfrm>
            <a:off x="51206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7" name="Shape 285"/>
          <p:cNvSpPr/>
          <p:nvPr/>
        </p:nvSpPr>
        <p:spPr>
          <a:xfrm>
            <a:off x="51206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8" name="Shape 286"/>
          <p:cNvSpPr/>
          <p:nvPr/>
        </p:nvSpPr>
        <p:spPr>
          <a:xfrm>
            <a:off x="51206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9" name="Shape 287"/>
          <p:cNvSpPr/>
          <p:nvPr/>
        </p:nvSpPr>
        <p:spPr>
          <a:xfrm>
            <a:off x="51206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0" name="Shape 288"/>
          <p:cNvSpPr/>
          <p:nvPr/>
        </p:nvSpPr>
        <p:spPr>
          <a:xfrm>
            <a:off x="51206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1" name="Shape 289"/>
          <p:cNvSpPr/>
          <p:nvPr/>
        </p:nvSpPr>
        <p:spPr>
          <a:xfrm>
            <a:off x="54406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2" name="Shape 290"/>
          <p:cNvSpPr/>
          <p:nvPr/>
        </p:nvSpPr>
        <p:spPr>
          <a:xfrm>
            <a:off x="54406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3" name="Shape 291"/>
          <p:cNvSpPr/>
          <p:nvPr/>
        </p:nvSpPr>
        <p:spPr>
          <a:xfrm>
            <a:off x="54406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4" name="Shape 292"/>
          <p:cNvSpPr/>
          <p:nvPr/>
        </p:nvSpPr>
        <p:spPr>
          <a:xfrm>
            <a:off x="54406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5" name="Shape 293"/>
          <p:cNvSpPr/>
          <p:nvPr/>
        </p:nvSpPr>
        <p:spPr>
          <a:xfrm>
            <a:off x="54406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6" name="Shape 294"/>
          <p:cNvSpPr/>
          <p:nvPr/>
        </p:nvSpPr>
        <p:spPr>
          <a:xfrm>
            <a:off x="54406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7" name="Shape 295"/>
          <p:cNvSpPr/>
          <p:nvPr/>
        </p:nvSpPr>
        <p:spPr>
          <a:xfrm>
            <a:off x="54406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8" name="Shape 296"/>
          <p:cNvSpPr/>
          <p:nvPr/>
        </p:nvSpPr>
        <p:spPr>
          <a:xfrm>
            <a:off x="54406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9" name="Shape 297"/>
          <p:cNvSpPr/>
          <p:nvPr/>
        </p:nvSpPr>
        <p:spPr>
          <a:xfrm>
            <a:off x="54406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0" name="Shape 298"/>
          <p:cNvSpPr/>
          <p:nvPr/>
        </p:nvSpPr>
        <p:spPr>
          <a:xfrm>
            <a:off x="54406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1" name="Shape 299"/>
          <p:cNvSpPr/>
          <p:nvPr/>
        </p:nvSpPr>
        <p:spPr>
          <a:xfrm>
            <a:off x="54406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2" name="Shape 300"/>
          <p:cNvSpPr/>
          <p:nvPr/>
        </p:nvSpPr>
        <p:spPr>
          <a:xfrm>
            <a:off x="54406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3" name="Shape 301"/>
          <p:cNvSpPr/>
          <p:nvPr/>
        </p:nvSpPr>
        <p:spPr>
          <a:xfrm>
            <a:off x="54406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4" name="Shape 302"/>
          <p:cNvSpPr/>
          <p:nvPr/>
        </p:nvSpPr>
        <p:spPr>
          <a:xfrm>
            <a:off x="54406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5" name="Shape 303"/>
          <p:cNvSpPr/>
          <p:nvPr/>
        </p:nvSpPr>
        <p:spPr>
          <a:xfrm>
            <a:off x="54406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6" name="Shape 304"/>
          <p:cNvSpPr/>
          <p:nvPr/>
        </p:nvSpPr>
        <p:spPr>
          <a:xfrm>
            <a:off x="54406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7" name="Shape 305"/>
          <p:cNvSpPr/>
          <p:nvPr/>
        </p:nvSpPr>
        <p:spPr>
          <a:xfrm>
            <a:off x="54406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8" name="Shape 306"/>
          <p:cNvSpPr/>
          <p:nvPr/>
        </p:nvSpPr>
        <p:spPr>
          <a:xfrm>
            <a:off x="57607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9" name="Shape 307"/>
          <p:cNvSpPr/>
          <p:nvPr/>
        </p:nvSpPr>
        <p:spPr>
          <a:xfrm>
            <a:off x="57607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0" name="Shape 308"/>
          <p:cNvSpPr/>
          <p:nvPr/>
        </p:nvSpPr>
        <p:spPr>
          <a:xfrm>
            <a:off x="57607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1" name="Shape 309"/>
          <p:cNvSpPr/>
          <p:nvPr/>
        </p:nvSpPr>
        <p:spPr>
          <a:xfrm>
            <a:off x="57607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2" name="Shape 310"/>
          <p:cNvSpPr/>
          <p:nvPr/>
        </p:nvSpPr>
        <p:spPr>
          <a:xfrm>
            <a:off x="57607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3" name="Shape 311"/>
          <p:cNvSpPr/>
          <p:nvPr/>
        </p:nvSpPr>
        <p:spPr>
          <a:xfrm>
            <a:off x="57607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4" name="Shape 312"/>
          <p:cNvSpPr/>
          <p:nvPr/>
        </p:nvSpPr>
        <p:spPr>
          <a:xfrm>
            <a:off x="57607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5" name="Shape 313"/>
          <p:cNvSpPr/>
          <p:nvPr/>
        </p:nvSpPr>
        <p:spPr>
          <a:xfrm>
            <a:off x="57607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6" name="Shape 314"/>
          <p:cNvSpPr/>
          <p:nvPr/>
        </p:nvSpPr>
        <p:spPr>
          <a:xfrm>
            <a:off x="57607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7" name="Shape 315"/>
          <p:cNvSpPr/>
          <p:nvPr/>
        </p:nvSpPr>
        <p:spPr>
          <a:xfrm>
            <a:off x="57607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8" name="Shape 316"/>
          <p:cNvSpPr/>
          <p:nvPr/>
        </p:nvSpPr>
        <p:spPr>
          <a:xfrm>
            <a:off x="57607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9" name="Shape 317"/>
          <p:cNvSpPr/>
          <p:nvPr/>
        </p:nvSpPr>
        <p:spPr>
          <a:xfrm>
            <a:off x="57607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0" name="Shape 318"/>
          <p:cNvSpPr/>
          <p:nvPr/>
        </p:nvSpPr>
        <p:spPr>
          <a:xfrm>
            <a:off x="57607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1" name="Shape 319"/>
          <p:cNvSpPr/>
          <p:nvPr/>
        </p:nvSpPr>
        <p:spPr>
          <a:xfrm>
            <a:off x="57607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2" name="Shape 320"/>
          <p:cNvSpPr/>
          <p:nvPr/>
        </p:nvSpPr>
        <p:spPr>
          <a:xfrm>
            <a:off x="57607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3" name="Shape 321"/>
          <p:cNvSpPr/>
          <p:nvPr/>
        </p:nvSpPr>
        <p:spPr>
          <a:xfrm>
            <a:off x="57607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4" name="Shape 322"/>
          <p:cNvSpPr/>
          <p:nvPr/>
        </p:nvSpPr>
        <p:spPr>
          <a:xfrm>
            <a:off x="57607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5" name="Shape 323"/>
          <p:cNvSpPr/>
          <p:nvPr/>
        </p:nvSpPr>
        <p:spPr>
          <a:xfrm>
            <a:off x="60807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6" name="Shape 324"/>
          <p:cNvSpPr/>
          <p:nvPr/>
        </p:nvSpPr>
        <p:spPr>
          <a:xfrm>
            <a:off x="60807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7" name="Shape 325"/>
          <p:cNvSpPr/>
          <p:nvPr/>
        </p:nvSpPr>
        <p:spPr>
          <a:xfrm>
            <a:off x="60807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8" name="Shape 326"/>
          <p:cNvSpPr/>
          <p:nvPr/>
        </p:nvSpPr>
        <p:spPr>
          <a:xfrm>
            <a:off x="60807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9" name="Shape 327"/>
          <p:cNvSpPr/>
          <p:nvPr/>
        </p:nvSpPr>
        <p:spPr>
          <a:xfrm>
            <a:off x="60807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0" name="Shape 328"/>
          <p:cNvSpPr/>
          <p:nvPr/>
        </p:nvSpPr>
        <p:spPr>
          <a:xfrm>
            <a:off x="60807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1" name="Shape 329"/>
          <p:cNvSpPr/>
          <p:nvPr/>
        </p:nvSpPr>
        <p:spPr>
          <a:xfrm>
            <a:off x="60807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2" name="Shape 330"/>
          <p:cNvSpPr/>
          <p:nvPr/>
        </p:nvSpPr>
        <p:spPr>
          <a:xfrm>
            <a:off x="60807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3" name="Shape 331"/>
          <p:cNvSpPr/>
          <p:nvPr/>
        </p:nvSpPr>
        <p:spPr>
          <a:xfrm>
            <a:off x="60807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4" name="Shape 332"/>
          <p:cNvSpPr/>
          <p:nvPr/>
        </p:nvSpPr>
        <p:spPr>
          <a:xfrm>
            <a:off x="60807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5" name="Shape 333"/>
          <p:cNvSpPr/>
          <p:nvPr/>
        </p:nvSpPr>
        <p:spPr>
          <a:xfrm>
            <a:off x="60807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6" name="Shape 334"/>
          <p:cNvSpPr/>
          <p:nvPr/>
        </p:nvSpPr>
        <p:spPr>
          <a:xfrm>
            <a:off x="60807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7" name="Shape 335"/>
          <p:cNvSpPr/>
          <p:nvPr/>
        </p:nvSpPr>
        <p:spPr>
          <a:xfrm>
            <a:off x="60807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8" name="Shape 336"/>
          <p:cNvSpPr/>
          <p:nvPr/>
        </p:nvSpPr>
        <p:spPr>
          <a:xfrm>
            <a:off x="60807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9" name="Shape 337"/>
          <p:cNvSpPr/>
          <p:nvPr/>
        </p:nvSpPr>
        <p:spPr>
          <a:xfrm>
            <a:off x="60807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0" name="Shape 338"/>
          <p:cNvSpPr/>
          <p:nvPr/>
        </p:nvSpPr>
        <p:spPr>
          <a:xfrm>
            <a:off x="60807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1" name="Shape 339"/>
          <p:cNvSpPr/>
          <p:nvPr/>
        </p:nvSpPr>
        <p:spPr>
          <a:xfrm>
            <a:off x="60807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2" name="Shape 340"/>
          <p:cNvSpPr/>
          <p:nvPr/>
        </p:nvSpPr>
        <p:spPr>
          <a:xfrm>
            <a:off x="64008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3" name="Shape 341"/>
          <p:cNvSpPr/>
          <p:nvPr/>
        </p:nvSpPr>
        <p:spPr>
          <a:xfrm>
            <a:off x="64008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4" name="Shape 342"/>
          <p:cNvSpPr/>
          <p:nvPr/>
        </p:nvSpPr>
        <p:spPr>
          <a:xfrm>
            <a:off x="64008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5" name="Shape 343"/>
          <p:cNvSpPr/>
          <p:nvPr/>
        </p:nvSpPr>
        <p:spPr>
          <a:xfrm>
            <a:off x="64008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6" name="Shape 344"/>
          <p:cNvSpPr/>
          <p:nvPr/>
        </p:nvSpPr>
        <p:spPr>
          <a:xfrm>
            <a:off x="64008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7" name="Shape 345"/>
          <p:cNvSpPr/>
          <p:nvPr/>
        </p:nvSpPr>
        <p:spPr>
          <a:xfrm>
            <a:off x="64008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8" name="Shape 346"/>
          <p:cNvSpPr/>
          <p:nvPr/>
        </p:nvSpPr>
        <p:spPr>
          <a:xfrm>
            <a:off x="64008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9" name="Shape 347"/>
          <p:cNvSpPr/>
          <p:nvPr/>
        </p:nvSpPr>
        <p:spPr>
          <a:xfrm>
            <a:off x="64008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0" name="Shape 348"/>
          <p:cNvSpPr/>
          <p:nvPr/>
        </p:nvSpPr>
        <p:spPr>
          <a:xfrm>
            <a:off x="64008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1" name="Shape 349"/>
          <p:cNvSpPr/>
          <p:nvPr/>
        </p:nvSpPr>
        <p:spPr>
          <a:xfrm>
            <a:off x="64008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2" name="Shape 350"/>
          <p:cNvSpPr/>
          <p:nvPr/>
        </p:nvSpPr>
        <p:spPr>
          <a:xfrm>
            <a:off x="64008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3" name="Shape 351"/>
          <p:cNvSpPr/>
          <p:nvPr/>
        </p:nvSpPr>
        <p:spPr>
          <a:xfrm>
            <a:off x="64008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4" name="Shape 352"/>
          <p:cNvSpPr/>
          <p:nvPr/>
        </p:nvSpPr>
        <p:spPr>
          <a:xfrm>
            <a:off x="64008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5" name="Shape 353"/>
          <p:cNvSpPr/>
          <p:nvPr/>
        </p:nvSpPr>
        <p:spPr>
          <a:xfrm>
            <a:off x="64008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6" name="Shape 354"/>
          <p:cNvSpPr/>
          <p:nvPr/>
        </p:nvSpPr>
        <p:spPr>
          <a:xfrm>
            <a:off x="64008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7" name="Shape 355"/>
          <p:cNvSpPr/>
          <p:nvPr/>
        </p:nvSpPr>
        <p:spPr>
          <a:xfrm>
            <a:off x="64008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8" name="Shape 356"/>
          <p:cNvSpPr/>
          <p:nvPr/>
        </p:nvSpPr>
        <p:spPr>
          <a:xfrm>
            <a:off x="64008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9" name="Shape 357"/>
          <p:cNvSpPr/>
          <p:nvPr/>
        </p:nvSpPr>
        <p:spPr>
          <a:xfrm>
            <a:off x="67208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0" name="Shape 358"/>
          <p:cNvSpPr/>
          <p:nvPr/>
        </p:nvSpPr>
        <p:spPr>
          <a:xfrm>
            <a:off x="67208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1" name="Shape 359"/>
          <p:cNvSpPr/>
          <p:nvPr/>
        </p:nvSpPr>
        <p:spPr>
          <a:xfrm>
            <a:off x="67208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2" name="Shape 360"/>
          <p:cNvSpPr/>
          <p:nvPr/>
        </p:nvSpPr>
        <p:spPr>
          <a:xfrm>
            <a:off x="67208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3" name="Shape 361"/>
          <p:cNvSpPr/>
          <p:nvPr/>
        </p:nvSpPr>
        <p:spPr>
          <a:xfrm>
            <a:off x="67208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4" name="Shape 362"/>
          <p:cNvSpPr/>
          <p:nvPr/>
        </p:nvSpPr>
        <p:spPr>
          <a:xfrm>
            <a:off x="67208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5" name="Shape 363"/>
          <p:cNvSpPr/>
          <p:nvPr/>
        </p:nvSpPr>
        <p:spPr>
          <a:xfrm>
            <a:off x="67208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6" name="Shape 364"/>
          <p:cNvSpPr/>
          <p:nvPr/>
        </p:nvSpPr>
        <p:spPr>
          <a:xfrm>
            <a:off x="67208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7" name="Shape 365"/>
          <p:cNvSpPr/>
          <p:nvPr/>
        </p:nvSpPr>
        <p:spPr>
          <a:xfrm>
            <a:off x="67208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8" name="Shape 366"/>
          <p:cNvSpPr/>
          <p:nvPr/>
        </p:nvSpPr>
        <p:spPr>
          <a:xfrm>
            <a:off x="67208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9" name="Shape 367"/>
          <p:cNvSpPr/>
          <p:nvPr/>
        </p:nvSpPr>
        <p:spPr>
          <a:xfrm>
            <a:off x="67208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0" name="Shape 368"/>
          <p:cNvSpPr/>
          <p:nvPr/>
        </p:nvSpPr>
        <p:spPr>
          <a:xfrm>
            <a:off x="67208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1" name="Shape 369"/>
          <p:cNvSpPr/>
          <p:nvPr/>
        </p:nvSpPr>
        <p:spPr>
          <a:xfrm>
            <a:off x="67208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2" name="Shape 370"/>
          <p:cNvSpPr/>
          <p:nvPr/>
        </p:nvSpPr>
        <p:spPr>
          <a:xfrm>
            <a:off x="67208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3" name="Shape 371"/>
          <p:cNvSpPr/>
          <p:nvPr/>
        </p:nvSpPr>
        <p:spPr>
          <a:xfrm>
            <a:off x="67208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4" name="Shape 372"/>
          <p:cNvSpPr/>
          <p:nvPr/>
        </p:nvSpPr>
        <p:spPr>
          <a:xfrm>
            <a:off x="67208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5" name="Shape 373"/>
          <p:cNvSpPr/>
          <p:nvPr/>
        </p:nvSpPr>
        <p:spPr>
          <a:xfrm>
            <a:off x="67208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6" name="Shape 374"/>
          <p:cNvSpPr/>
          <p:nvPr/>
        </p:nvSpPr>
        <p:spPr>
          <a:xfrm>
            <a:off x="70408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7" name="Shape 375"/>
          <p:cNvSpPr/>
          <p:nvPr/>
        </p:nvSpPr>
        <p:spPr>
          <a:xfrm>
            <a:off x="70408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8" name="Shape 376"/>
          <p:cNvSpPr/>
          <p:nvPr/>
        </p:nvSpPr>
        <p:spPr>
          <a:xfrm>
            <a:off x="70408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9" name="Shape 377"/>
          <p:cNvSpPr/>
          <p:nvPr/>
        </p:nvSpPr>
        <p:spPr>
          <a:xfrm>
            <a:off x="70408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0" name="Shape 378"/>
          <p:cNvSpPr/>
          <p:nvPr/>
        </p:nvSpPr>
        <p:spPr>
          <a:xfrm>
            <a:off x="70408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1" name="Shape 379"/>
          <p:cNvSpPr/>
          <p:nvPr/>
        </p:nvSpPr>
        <p:spPr>
          <a:xfrm>
            <a:off x="70408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2" name="Shape 380"/>
          <p:cNvSpPr/>
          <p:nvPr/>
        </p:nvSpPr>
        <p:spPr>
          <a:xfrm>
            <a:off x="70408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3" name="Shape 381"/>
          <p:cNvSpPr/>
          <p:nvPr/>
        </p:nvSpPr>
        <p:spPr>
          <a:xfrm>
            <a:off x="70408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4" name="Shape 382"/>
          <p:cNvSpPr/>
          <p:nvPr/>
        </p:nvSpPr>
        <p:spPr>
          <a:xfrm>
            <a:off x="70408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5" name="Shape 383"/>
          <p:cNvSpPr/>
          <p:nvPr/>
        </p:nvSpPr>
        <p:spPr>
          <a:xfrm>
            <a:off x="70408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6" name="Shape 384"/>
          <p:cNvSpPr/>
          <p:nvPr/>
        </p:nvSpPr>
        <p:spPr>
          <a:xfrm>
            <a:off x="70408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7" name="Shape 385"/>
          <p:cNvSpPr/>
          <p:nvPr/>
        </p:nvSpPr>
        <p:spPr>
          <a:xfrm>
            <a:off x="70408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8" name="Shape 386"/>
          <p:cNvSpPr/>
          <p:nvPr/>
        </p:nvSpPr>
        <p:spPr>
          <a:xfrm>
            <a:off x="70408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9" name="Shape 387"/>
          <p:cNvSpPr/>
          <p:nvPr/>
        </p:nvSpPr>
        <p:spPr>
          <a:xfrm>
            <a:off x="70408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0" name="Shape 388"/>
          <p:cNvSpPr/>
          <p:nvPr/>
        </p:nvSpPr>
        <p:spPr>
          <a:xfrm>
            <a:off x="70408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1" name="Shape 389"/>
          <p:cNvSpPr/>
          <p:nvPr/>
        </p:nvSpPr>
        <p:spPr>
          <a:xfrm>
            <a:off x="70408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2" name="Shape 390"/>
          <p:cNvSpPr/>
          <p:nvPr/>
        </p:nvSpPr>
        <p:spPr>
          <a:xfrm>
            <a:off x="70408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3" name="Shape 391"/>
          <p:cNvSpPr/>
          <p:nvPr/>
        </p:nvSpPr>
        <p:spPr>
          <a:xfrm>
            <a:off x="73609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4" name="Shape 392"/>
          <p:cNvSpPr/>
          <p:nvPr/>
        </p:nvSpPr>
        <p:spPr>
          <a:xfrm>
            <a:off x="73609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5" name="Shape 393"/>
          <p:cNvSpPr/>
          <p:nvPr/>
        </p:nvSpPr>
        <p:spPr>
          <a:xfrm>
            <a:off x="73609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6" name="Shape 394"/>
          <p:cNvSpPr/>
          <p:nvPr/>
        </p:nvSpPr>
        <p:spPr>
          <a:xfrm>
            <a:off x="73609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7" name="Shape 395"/>
          <p:cNvSpPr/>
          <p:nvPr/>
        </p:nvSpPr>
        <p:spPr>
          <a:xfrm>
            <a:off x="73609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8" name="Shape 396"/>
          <p:cNvSpPr/>
          <p:nvPr/>
        </p:nvSpPr>
        <p:spPr>
          <a:xfrm>
            <a:off x="73609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9" name="Shape 397"/>
          <p:cNvSpPr/>
          <p:nvPr/>
        </p:nvSpPr>
        <p:spPr>
          <a:xfrm>
            <a:off x="73609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0" name="Shape 398"/>
          <p:cNvSpPr/>
          <p:nvPr/>
        </p:nvSpPr>
        <p:spPr>
          <a:xfrm>
            <a:off x="73609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1" name="Shape 399"/>
          <p:cNvSpPr/>
          <p:nvPr/>
        </p:nvSpPr>
        <p:spPr>
          <a:xfrm>
            <a:off x="73609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2" name="Shape 400"/>
          <p:cNvSpPr/>
          <p:nvPr/>
        </p:nvSpPr>
        <p:spPr>
          <a:xfrm>
            <a:off x="73609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3" name="Shape 401"/>
          <p:cNvSpPr/>
          <p:nvPr/>
        </p:nvSpPr>
        <p:spPr>
          <a:xfrm>
            <a:off x="73609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4" name="Shape 402"/>
          <p:cNvSpPr/>
          <p:nvPr/>
        </p:nvSpPr>
        <p:spPr>
          <a:xfrm>
            <a:off x="73609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5" name="Shape 403"/>
          <p:cNvSpPr/>
          <p:nvPr/>
        </p:nvSpPr>
        <p:spPr>
          <a:xfrm>
            <a:off x="73609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6" name="Shape 404"/>
          <p:cNvSpPr/>
          <p:nvPr/>
        </p:nvSpPr>
        <p:spPr>
          <a:xfrm>
            <a:off x="73609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7" name="Shape 405"/>
          <p:cNvSpPr/>
          <p:nvPr/>
        </p:nvSpPr>
        <p:spPr>
          <a:xfrm>
            <a:off x="73609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8" name="Shape 406"/>
          <p:cNvSpPr/>
          <p:nvPr/>
        </p:nvSpPr>
        <p:spPr>
          <a:xfrm>
            <a:off x="73609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9" name="Shape 407"/>
          <p:cNvSpPr/>
          <p:nvPr/>
        </p:nvSpPr>
        <p:spPr>
          <a:xfrm>
            <a:off x="73609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0" name="Shape 408"/>
          <p:cNvSpPr/>
          <p:nvPr/>
        </p:nvSpPr>
        <p:spPr>
          <a:xfrm>
            <a:off x="768096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1" name="Shape 409"/>
          <p:cNvSpPr/>
          <p:nvPr/>
        </p:nvSpPr>
        <p:spPr>
          <a:xfrm>
            <a:off x="768096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2" name="Shape 410"/>
          <p:cNvSpPr/>
          <p:nvPr/>
        </p:nvSpPr>
        <p:spPr>
          <a:xfrm>
            <a:off x="768096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3" name="Shape 411"/>
          <p:cNvSpPr/>
          <p:nvPr/>
        </p:nvSpPr>
        <p:spPr>
          <a:xfrm>
            <a:off x="768096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4" name="Shape 412"/>
          <p:cNvSpPr/>
          <p:nvPr/>
        </p:nvSpPr>
        <p:spPr>
          <a:xfrm>
            <a:off x="768096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5" name="Shape 413"/>
          <p:cNvSpPr/>
          <p:nvPr/>
        </p:nvSpPr>
        <p:spPr>
          <a:xfrm>
            <a:off x="768096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6" name="Shape 414"/>
          <p:cNvSpPr/>
          <p:nvPr/>
        </p:nvSpPr>
        <p:spPr>
          <a:xfrm>
            <a:off x="768096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7" name="Shape 415"/>
          <p:cNvSpPr/>
          <p:nvPr/>
        </p:nvSpPr>
        <p:spPr>
          <a:xfrm>
            <a:off x="768096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8" name="Shape 416"/>
          <p:cNvSpPr/>
          <p:nvPr/>
        </p:nvSpPr>
        <p:spPr>
          <a:xfrm>
            <a:off x="768096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9" name="Shape 417"/>
          <p:cNvSpPr/>
          <p:nvPr/>
        </p:nvSpPr>
        <p:spPr>
          <a:xfrm>
            <a:off x="768096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0" name="Shape 418"/>
          <p:cNvSpPr/>
          <p:nvPr/>
        </p:nvSpPr>
        <p:spPr>
          <a:xfrm>
            <a:off x="768096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1" name="Shape 419"/>
          <p:cNvSpPr/>
          <p:nvPr/>
        </p:nvSpPr>
        <p:spPr>
          <a:xfrm>
            <a:off x="768096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2" name="Shape 420"/>
          <p:cNvSpPr/>
          <p:nvPr/>
        </p:nvSpPr>
        <p:spPr>
          <a:xfrm>
            <a:off x="768096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3" name="Shape 421"/>
          <p:cNvSpPr/>
          <p:nvPr/>
        </p:nvSpPr>
        <p:spPr>
          <a:xfrm>
            <a:off x="768096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4" name="Shape 422"/>
          <p:cNvSpPr/>
          <p:nvPr/>
        </p:nvSpPr>
        <p:spPr>
          <a:xfrm>
            <a:off x="768096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5" name="Shape 423"/>
          <p:cNvSpPr/>
          <p:nvPr/>
        </p:nvSpPr>
        <p:spPr>
          <a:xfrm>
            <a:off x="768096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6" name="Shape 424"/>
          <p:cNvSpPr/>
          <p:nvPr/>
        </p:nvSpPr>
        <p:spPr>
          <a:xfrm>
            <a:off x="768096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7" name="Shape 425"/>
          <p:cNvSpPr/>
          <p:nvPr/>
        </p:nvSpPr>
        <p:spPr>
          <a:xfrm>
            <a:off x="800100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8" name="Shape 426"/>
          <p:cNvSpPr/>
          <p:nvPr/>
        </p:nvSpPr>
        <p:spPr>
          <a:xfrm>
            <a:off x="800100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9" name="Shape 427"/>
          <p:cNvSpPr/>
          <p:nvPr/>
        </p:nvSpPr>
        <p:spPr>
          <a:xfrm>
            <a:off x="800100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0" name="Shape 428"/>
          <p:cNvSpPr/>
          <p:nvPr/>
        </p:nvSpPr>
        <p:spPr>
          <a:xfrm>
            <a:off x="800100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1" name="Shape 429"/>
          <p:cNvSpPr/>
          <p:nvPr/>
        </p:nvSpPr>
        <p:spPr>
          <a:xfrm>
            <a:off x="800100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2" name="Shape 430"/>
          <p:cNvSpPr/>
          <p:nvPr/>
        </p:nvSpPr>
        <p:spPr>
          <a:xfrm>
            <a:off x="800100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3" name="Shape 431"/>
          <p:cNvSpPr/>
          <p:nvPr/>
        </p:nvSpPr>
        <p:spPr>
          <a:xfrm>
            <a:off x="800100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4" name="Shape 432"/>
          <p:cNvSpPr/>
          <p:nvPr/>
        </p:nvSpPr>
        <p:spPr>
          <a:xfrm>
            <a:off x="800100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5" name="Shape 433"/>
          <p:cNvSpPr/>
          <p:nvPr/>
        </p:nvSpPr>
        <p:spPr>
          <a:xfrm>
            <a:off x="800100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6" name="Shape 434"/>
          <p:cNvSpPr/>
          <p:nvPr/>
        </p:nvSpPr>
        <p:spPr>
          <a:xfrm>
            <a:off x="800100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7" name="Shape 435"/>
          <p:cNvSpPr/>
          <p:nvPr/>
        </p:nvSpPr>
        <p:spPr>
          <a:xfrm>
            <a:off x="800100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8" name="Shape 436"/>
          <p:cNvSpPr/>
          <p:nvPr/>
        </p:nvSpPr>
        <p:spPr>
          <a:xfrm>
            <a:off x="800100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9" name="Shape 437"/>
          <p:cNvSpPr/>
          <p:nvPr/>
        </p:nvSpPr>
        <p:spPr>
          <a:xfrm>
            <a:off x="800100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0" name="Shape 438"/>
          <p:cNvSpPr/>
          <p:nvPr/>
        </p:nvSpPr>
        <p:spPr>
          <a:xfrm>
            <a:off x="800100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1" name="Shape 439"/>
          <p:cNvSpPr/>
          <p:nvPr/>
        </p:nvSpPr>
        <p:spPr>
          <a:xfrm>
            <a:off x="800100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2" name="Shape 440"/>
          <p:cNvSpPr/>
          <p:nvPr/>
        </p:nvSpPr>
        <p:spPr>
          <a:xfrm>
            <a:off x="800100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3" name="Shape 441"/>
          <p:cNvSpPr/>
          <p:nvPr/>
        </p:nvSpPr>
        <p:spPr>
          <a:xfrm>
            <a:off x="800100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4" name="Shape 442"/>
          <p:cNvSpPr/>
          <p:nvPr/>
        </p:nvSpPr>
        <p:spPr>
          <a:xfrm>
            <a:off x="832104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5" name="Shape 443"/>
          <p:cNvSpPr/>
          <p:nvPr/>
        </p:nvSpPr>
        <p:spPr>
          <a:xfrm>
            <a:off x="832104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6" name="Shape 444"/>
          <p:cNvSpPr/>
          <p:nvPr/>
        </p:nvSpPr>
        <p:spPr>
          <a:xfrm>
            <a:off x="832104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7" name="Shape 445"/>
          <p:cNvSpPr/>
          <p:nvPr/>
        </p:nvSpPr>
        <p:spPr>
          <a:xfrm>
            <a:off x="832104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8" name="Shape 446"/>
          <p:cNvSpPr/>
          <p:nvPr/>
        </p:nvSpPr>
        <p:spPr>
          <a:xfrm>
            <a:off x="832104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9" name="Shape 447"/>
          <p:cNvSpPr/>
          <p:nvPr/>
        </p:nvSpPr>
        <p:spPr>
          <a:xfrm>
            <a:off x="832104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0" name="Shape 448"/>
          <p:cNvSpPr/>
          <p:nvPr/>
        </p:nvSpPr>
        <p:spPr>
          <a:xfrm>
            <a:off x="832104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1" name="Shape 449"/>
          <p:cNvSpPr/>
          <p:nvPr/>
        </p:nvSpPr>
        <p:spPr>
          <a:xfrm>
            <a:off x="832104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2" name="Shape 450"/>
          <p:cNvSpPr/>
          <p:nvPr/>
        </p:nvSpPr>
        <p:spPr>
          <a:xfrm>
            <a:off x="832104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3" name="Shape 451"/>
          <p:cNvSpPr/>
          <p:nvPr/>
        </p:nvSpPr>
        <p:spPr>
          <a:xfrm>
            <a:off x="832104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4" name="Shape 452"/>
          <p:cNvSpPr/>
          <p:nvPr/>
        </p:nvSpPr>
        <p:spPr>
          <a:xfrm>
            <a:off x="832104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5" name="Shape 453"/>
          <p:cNvSpPr/>
          <p:nvPr/>
        </p:nvSpPr>
        <p:spPr>
          <a:xfrm>
            <a:off x="832104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6" name="Shape 454"/>
          <p:cNvSpPr/>
          <p:nvPr/>
        </p:nvSpPr>
        <p:spPr>
          <a:xfrm>
            <a:off x="832104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7" name="Shape 455"/>
          <p:cNvSpPr/>
          <p:nvPr/>
        </p:nvSpPr>
        <p:spPr>
          <a:xfrm>
            <a:off x="832104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8" name="Shape 456"/>
          <p:cNvSpPr/>
          <p:nvPr/>
        </p:nvSpPr>
        <p:spPr>
          <a:xfrm>
            <a:off x="832104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9" name="Shape 457"/>
          <p:cNvSpPr/>
          <p:nvPr/>
        </p:nvSpPr>
        <p:spPr>
          <a:xfrm>
            <a:off x="832104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0" name="Shape 458"/>
          <p:cNvSpPr/>
          <p:nvPr/>
        </p:nvSpPr>
        <p:spPr>
          <a:xfrm>
            <a:off x="832104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1" name="Shape 459"/>
          <p:cNvSpPr/>
          <p:nvPr/>
        </p:nvSpPr>
        <p:spPr>
          <a:xfrm>
            <a:off x="864108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2" name="Shape 460"/>
          <p:cNvSpPr/>
          <p:nvPr/>
        </p:nvSpPr>
        <p:spPr>
          <a:xfrm>
            <a:off x="864108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3" name="Shape 461"/>
          <p:cNvSpPr/>
          <p:nvPr/>
        </p:nvSpPr>
        <p:spPr>
          <a:xfrm>
            <a:off x="864108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4" name="Shape 462"/>
          <p:cNvSpPr/>
          <p:nvPr/>
        </p:nvSpPr>
        <p:spPr>
          <a:xfrm>
            <a:off x="864108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5" name="Shape 463"/>
          <p:cNvSpPr/>
          <p:nvPr/>
        </p:nvSpPr>
        <p:spPr>
          <a:xfrm>
            <a:off x="864108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6" name="Shape 464"/>
          <p:cNvSpPr/>
          <p:nvPr/>
        </p:nvSpPr>
        <p:spPr>
          <a:xfrm>
            <a:off x="864108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7" name="Shape 465"/>
          <p:cNvSpPr/>
          <p:nvPr/>
        </p:nvSpPr>
        <p:spPr>
          <a:xfrm>
            <a:off x="864108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8" name="Shape 466"/>
          <p:cNvSpPr/>
          <p:nvPr/>
        </p:nvSpPr>
        <p:spPr>
          <a:xfrm>
            <a:off x="864108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9" name="Shape 467"/>
          <p:cNvSpPr/>
          <p:nvPr/>
        </p:nvSpPr>
        <p:spPr>
          <a:xfrm>
            <a:off x="864108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0" name="Shape 468"/>
          <p:cNvSpPr/>
          <p:nvPr/>
        </p:nvSpPr>
        <p:spPr>
          <a:xfrm>
            <a:off x="864108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1" name="Shape 469"/>
          <p:cNvSpPr/>
          <p:nvPr/>
        </p:nvSpPr>
        <p:spPr>
          <a:xfrm>
            <a:off x="864108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2" name="Shape 470"/>
          <p:cNvSpPr/>
          <p:nvPr/>
        </p:nvSpPr>
        <p:spPr>
          <a:xfrm>
            <a:off x="864108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3" name="Shape 471"/>
          <p:cNvSpPr/>
          <p:nvPr/>
        </p:nvSpPr>
        <p:spPr>
          <a:xfrm>
            <a:off x="864108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4" name="Shape 472"/>
          <p:cNvSpPr/>
          <p:nvPr/>
        </p:nvSpPr>
        <p:spPr>
          <a:xfrm>
            <a:off x="864108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5" name="Shape 473"/>
          <p:cNvSpPr/>
          <p:nvPr/>
        </p:nvSpPr>
        <p:spPr>
          <a:xfrm>
            <a:off x="864108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6" name="Shape 474"/>
          <p:cNvSpPr/>
          <p:nvPr/>
        </p:nvSpPr>
        <p:spPr>
          <a:xfrm>
            <a:off x="864108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7" name="Shape 475"/>
          <p:cNvSpPr/>
          <p:nvPr/>
        </p:nvSpPr>
        <p:spPr>
          <a:xfrm>
            <a:off x="864108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8" name="Shape 476"/>
          <p:cNvSpPr/>
          <p:nvPr/>
        </p:nvSpPr>
        <p:spPr>
          <a:xfrm>
            <a:off x="8961120" y="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9" name="Shape 477"/>
          <p:cNvSpPr/>
          <p:nvPr/>
        </p:nvSpPr>
        <p:spPr>
          <a:xfrm>
            <a:off x="8961120" y="3200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0" name="Shape 478"/>
          <p:cNvSpPr/>
          <p:nvPr/>
        </p:nvSpPr>
        <p:spPr>
          <a:xfrm>
            <a:off x="8961120" y="6400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1" name="Shape 479"/>
          <p:cNvSpPr/>
          <p:nvPr/>
        </p:nvSpPr>
        <p:spPr>
          <a:xfrm>
            <a:off x="8961120" y="9601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2" name="Shape 480"/>
          <p:cNvSpPr/>
          <p:nvPr/>
        </p:nvSpPr>
        <p:spPr>
          <a:xfrm>
            <a:off x="8961120" y="12801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3" name="Shape 481"/>
          <p:cNvSpPr/>
          <p:nvPr/>
        </p:nvSpPr>
        <p:spPr>
          <a:xfrm>
            <a:off x="8961120" y="16002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4" name="Shape 482"/>
          <p:cNvSpPr/>
          <p:nvPr/>
        </p:nvSpPr>
        <p:spPr>
          <a:xfrm>
            <a:off x="8961120" y="19202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5" name="Shape 483"/>
          <p:cNvSpPr/>
          <p:nvPr/>
        </p:nvSpPr>
        <p:spPr>
          <a:xfrm>
            <a:off x="8961120" y="22402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6" name="Shape 484"/>
          <p:cNvSpPr/>
          <p:nvPr/>
        </p:nvSpPr>
        <p:spPr>
          <a:xfrm>
            <a:off x="8961120" y="25603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7" name="Shape 485"/>
          <p:cNvSpPr/>
          <p:nvPr/>
        </p:nvSpPr>
        <p:spPr>
          <a:xfrm>
            <a:off x="8961120" y="28803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8" name="Shape 486"/>
          <p:cNvSpPr/>
          <p:nvPr/>
        </p:nvSpPr>
        <p:spPr>
          <a:xfrm>
            <a:off x="8961120" y="32004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9" name="Shape 487"/>
          <p:cNvSpPr/>
          <p:nvPr/>
        </p:nvSpPr>
        <p:spPr>
          <a:xfrm>
            <a:off x="8961120" y="35204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0" name="Shape 488"/>
          <p:cNvSpPr/>
          <p:nvPr/>
        </p:nvSpPr>
        <p:spPr>
          <a:xfrm>
            <a:off x="8961120" y="384048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1" name="Shape 489"/>
          <p:cNvSpPr/>
          <p:nvPr/>
        </p:nvSpPr>
        <p:spPr>
          <a:xfrm>
            <a:off x="8961120" y="416052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2" name="Shape 490"/>
          <p:cNvSpPr/>
          <p:nvPr/>
        </p:nvSpPr>
        <p:spPr>
          <a:xfrm>
            <a:off x="8961120" y="448056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3" name="Shape 491"/>
          <p:cNvSpPr/>
          <p:nvPr/>
        </p:nvSpPr>
        <p:spPr>
          <a:xfrm>
            <a:off x="8961120" y="480060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4" name="Shape 492"/>
          <p:cNvSpPr/>
          <p:nvPr/>
        </p:nvSpPr>
        <p:spPr>
          <a:xfrm>
            <a:off x="8961120" y="5120640"/>
            <a:ext cx="22860" cy="22860"/>
          </a:xfrm>
          <a:prstGeom prst="ellipse">
            <a:avLst/>
          </a:prstGeom>
          <a:solidFill>
            <a:srgbClr val="1A233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5" name="Shape 49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6" name="Shape 494"/>
          <p:cNvSpPr/>
          <p:nvPr/>
        </p:nvSpPr>
        <p:spPr>
          <a:xfrm flipV="1">
            <a:off x="4722876" y="1025042"/>
            <a:ext cx="1468526" cy="44257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7" name="Shape 495"/>
          <p:cNvSpPr/>
          <p:nvPr/>
        </p:nvSpPr>
        <p:spPr>
          <a:xfrm>
            <a:off x="4722876" y="1467612"/>
            <a:ext cx="1559052" cy="65379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8" name="Shape 496"/>
          <p:cNvSpPr/>
          <p:nvPr/>
        </p:nvSpPr>
        <p:spPr>
          <a:xfrm flipH="1" flipV="1">
            <a:off x="3556102" y="1105510"/>
            <a:ext cx="1166774" cy="36210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9" name="Shape 497"/>
          <p:cNvSpPr/>
          <p:nvPr/>
        </p:nvSpPr>
        <p:spPr>
          <a:xfrm flipH="1">
            <a:off x="3847795" y="1467612"/>
            <a:ext cx="875081" cy="834847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0" name="Shape 498"/>
          <p:cNvSpPr/>
          <p:nvPr/>
        </p:nvSpPr>
        <p:spPr>
          <a:xfrm flipH="1" flipV="1">
            <a:off x="5250942" y="-116586"/>
            <a:ext cx="940460" cy="114162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1" name="Shape 499"/>
          <p:cNvSpPr/>
          <p:nvPr/>
        </p:nvSpPr>
        <p:spPr>
          <a:xfrm>
            <a:off x="6191402" y="1025042"/>
            <a:ext cx="1166774" cy="66385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2" name="Shape 500"/>
          <p:cNvSpPr/>
          <p:nvPr/>
        </p:nvSpPr>
        <p:spPr>
          <a:xfrm flipH="1">
            <a:off x="2630729" y="1105510"/>
            <a:ext cx="925373" cy="683971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3" name="Shape 501"/>
          <p:cNvSpPr/>
          <p:nvPr/>
        </p:nvSpPr>
        <p:spPr>
          <a:xfrm flipV="1">
            <a:off x="3847795" y="2121408"/>
            <a:ext cx="2434133" cy="181051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4" name="Shape 502"/>
          <p:cNvSpPr/>
          <p:nvPr/>
        </p:nvSpPr>
        <p:spPr>
          <a:xfrm flipV="1">
            <a:off x="6281928" y="1688897"/>
            <a:ext cx="1076249" cy="432511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5" name="Shape 503"/>
          <p:cNvSpPr/>
          <p:nvPr/>
        </p:nvSpPr>
        <p:spPr>
          <a:xfrm>
            <a:off x="3556102" y="1105510"/>
            <a:ext cx="291694" cy="119695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6" name="Shape 504"/>
          <p:cNvSpPr/>
          <p:nvPr/>
        </p:nvSpPr>
        <p:spPr>
          <a:xfrm>
            <a:off x="4451299" y="1196035"/>
            <a:ext cx="543154" cy="543154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7" name="Shape 505"/>
          <p:cNvSpPr/>
          <p:nvPr/>
        </p:nvSpPr>
        <p:spPr>
          <a:xfrm>
            <a:off x="4572000" y="1316736"/>
            <a:ext cx="301752" cy="301752"/>
          </a:xfrm>
          <a:prstGeom prst="ellipse">
            <a:avLst/>
          </a:prstGeom>
          <a:solidFill>
            <a:srgbClr val="22D3EE"/>
          </a:solidFill>
          <a:ln w="1905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8" name="Shape 506"/>
          <p:cNvSpPr/>
          <p:nvPr/>
        </p:nvSpPr>
        <p:spPr>
          <a:xfrm>
            <a:off x="6080760" y="914400"/>
            <a:ext cx="221285" cy="221285"/>
          </a:xfrm>
          <a:prstGeom prst="ellipse">
            <a:avLst/>
          </a:prstGeom>
          <a:solidFill>
            <a:srgbClr val="A78BFA"/>
          </a:solidFill>
          <a:ln w="1905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9" name="Shape 507"/>
          <p:cNvSpPr/>
          <p:nvPr/>
        </p:nvSpPr>
        <p:spPr>
          <a:xfrm>
            <a:off x="6181344" y="2020824"/>
            <a:ext cx="201168" cy="201168"/>
          </a:xfrm>
          <a:prstGeom prst="ellipse">
            <a:avLst/>
          </a:prstGeom>
          <a:solidFill>
            <a:srgbClr val="F472B6"/>
          </a:solidFill>
          <a:ln w="1905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0" name="Shape 508"/>
          <p:cNvSpPr/>
          <p:nvPr/>
        </p:nvSpPr>
        <p:spPr>
          <a:xfrm>
            <a:off x="3465576" y="1014984"/>
            <a:ext cx="181051" cy="181051"/>
          </a:xfrm>
          <a:prstGeom prst="ellipse">
            <a:avLst/>
          </a:prstGeom>
          <a:solidFill>
            <a:srgbClr val="34D399"/>
          </a:solidFill>
          <a:ln w="1905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1" name="Shape 509"/>
          <p:cNvSpPr/>
          <p:nvPr/>
        </p:nvSpPr>
        <p:spPr>
          <a:xfrm>
            <a:off x="3767328" y="2221992"/>
            <a:ext cx="160934" cy="160934"/>
          </a:xfrm>
          <a:prstGeom prst="ellipse">
            <a:avLst/>
          </a:prstGeom>
          <a:solidFill>
            <a:srgbClr val="A78BFA"/>
          </a:solidFill>
          <a:ln w="1905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2" name="Shape 510"/>
          <p:cNvSpPr/>
          <p:nvPr/>
        </p:nvSpPr>
        <p:spPr>
          <a:xfrm>
            <a:off x="5175504" y="-192024"/>
            <a:ext cx="150876" cy="150876"/>
          </a:xfrm>
          <a:prstGeom prst="ellipse">
            <a:avLst/>
          </a:prstGeom>
          <a:solidFill>
            <a:srgbClr val="34D399"/>
          </a:solidFill>
          <a:ln w="1905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3" name="Shape 511"/>
          <p:cNvSpPr/>
          <p:nvPr/>
        </p:nvSpPr>
        <p:spPr>
          <a:xfrm>
            <a:off x="7287768" y="1618488"/>
            <a:ext cx="140818" cy="140818"/>
          </a:xfrm>
          <a:prstGeom prst="ellipse">
            <a:avLst/>
          </a:prstGeom>
          <a:solidFill>
            <a:srgbClr val="22D3EE"/>
          </a:solidFill>
          <a:ln w="1905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4" name="Shape 512"/>
          <p:cNvSpPr/>
          <p:nvPr/>
        </p:nvSpPr>
        <p:spPr>
          <a:xfrm>
            <a:off x="2560320" y="1719072"/>
            <a:ext cx="140818" cy="140818"/>
          </a:xfrm>
          <a:prstGeom prst="ellipse">
            <a:avLst/>
          </a:prstGeom>
          <a:solidFill>
            <a:srgbClr val="F472B6"/>
          </a:solidFill>
          <a:ln w="1905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5" name="Text 513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n'est plus une suite de lignes.</a:t>
            </a:r>
            <a:endParaRPr lang="en-US" sz="2200" dirty="0"/>
          </a:p>
        </p:txBody>
      </p:sp>
      <p:sp>
        <p:nvSpPr>
          <p:cNvPr id="516" name="Text 514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un graphe à comprendre.</a:t>
            </a:r>
            <a:endParaRPr lang="en-US" sz="3800" dirty="0"/>
          </a:p>
        </p:txBody>
      </p:sp>
      <p:sp>
        <p:nvSpPr>
          <p:cNvPr id="517" name="Shape 515"/>
          <p:cNvSpPr/>
          <p:nvPr/>
        </p:nvSpPr>
        <p:spPr>
          <a:xfrm>
            <a:off x="3200400" y="4572000"/>
            <a:ext cx="2743200" cy="411480"/>
          </a:xfrm>
          <a:prstGeom prst="roundRect">
            <a:avLst>
              <a:gd name="adj" fmla="val 11111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8" name="Text 516"/>
          <p:cNvSpPr/>
          <p:nvPr/>
        </p:nvSpPr>
        <p:spPr>
          <a:xfrm>
            <a:off x="3200400" y="4572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 ·  Questions ?</a:t>
            </a:r>
            <a:endParaRPr lang="en-US" sz="1300" dirty="0"/>
          </a:p>
        </p:txBody>
      </p:sp>
      <p:pic>
        <p:nvPicPr>
          <p:cNvPr id="522" name="Graphic 521">
            <a:extLst>
              <a:ext uri="{FF2B5EF4-FFF2-40B4-BE49-F238E27FC236}">
                <a16:creationId xmlns:a16="http://schemas.microsoft.com/office/drawing/2014/main" id="{CDDB8DA7-D637-7D43-4689-AD83F2D7D3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0678" y="662940"/>
            <a:ext cx="2290620" cy="22906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545</Words>
  <Application>Microsoft Macintosh PowerPoint</Application>
  <PresentationFormat>On-screen Show (16:9)</PresentationFormat>
  <Paragraphs>114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Aharoni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Graphy — L'IDE qui visualise le code</dc:title>
  <dc:subject>PptxGenJS Presentation</dc:subject>
  <dc:creator>ntgrm</dc:creator>
  <cp:lastModifiedBy>Gabriel Brument</cp:lastModifiedBy>
  <cp:revision>3</cp:revision>
  <dcterms:created xsi:type="dcterms:W3CDTF">2026-05-20T12:33:52Z</dcterms:created>
  <dcterms:modified xsi:type="dcterms:W3CDTF">2026-05-20T14:19:52Z</dcterms:modified>
</cp:coreProperties>
</file>